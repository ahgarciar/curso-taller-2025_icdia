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1" r:id="rId2"/>
    <p:sldId id="263" r:id="rId3"/>
    <p:sldId id="265" r:id="rId4"/>
    <p:sldId id="268" r:id="rId5"/>
    <p:sldId id="272" r:id="rId6"/>
    <p:sldId id="267" r:id="rId7"/>
    <p:sldId id="270" r:id="rId8"/>
    <p:sldId id="273" r:id="rId9"/>
    <p:sldId id="276" r:id="rId10"/>
    <p:sldId id="287" r:id="rId11"/>
    <p:sldId id="288" r:id="rId12"/>
    <p:sldId id="304" r:id="rId13"/>
    <p:sldId id="295" r:id="rId14"/>
    <p:sldId id="303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258" r:id="rId2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816"/>
    <a:srgbClr val="C35353"/>
    <a:srgbClr val="FF6D6D"/>
    <a:srgbClr val="FF2121"/>
    <a:srgbClr val="ADD4F1"/>
    <a:srgbClr val="ED1F27"/>
    <a:srgbClr val="FEECED"/>
    <a:srgbClr val="840716"/>
    <a:srgbClr val="54040E"/>
    <a:srgbClr val="7062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82BEF5-B746-44A3-8A22-221AA427FED7}" v="251" dt="2025-11-28T09:46:54.7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85" autoAdjust="0"/>
    <p:restoredTop sz="94647"/>
  </p:normalViewPr>
  <p:slideViewPr>
    <p:cSldViewPr snapToGrid="0">
      <p:cViewPr varScale="1">
        <p:scale>
          <a:sx n="123" d="100"/>
          <a:sy n="123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2" d="100"/>
          <a:sy n="82" d="100"/>
        </p:scale>
        <p:origin x="238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emente Villegas Jose Adan" userId="358eeecf-800f-4053-bdfe-ca2873666dbd" providerId="ADAL" clId="{C9BF66C6-EE2D-4487-B8F4-0ADA10212A64}"/>
    <pc:docChg chg="undo redo custSel addSld delSld modSld sldOrd modMainMaster">
      <pc:chgData name="Clemente Villegas Jose Adan" userId="358eeecf-800f-4053-bdfe-ca2873666dbd" providerId="ADAL" clId="{C9BF66C6-EE2D-4487-B8F4-0ADA10212A64}" dt="2025-11-28T09:47:14.683" v="4591" actId="1076"/>
      <pc:docMkLst>
        <pc:docMk/>
      </pc:docMkLst>
      <pc:sldChg chg="modSp mod">
        <pc:chgData name="Clemente Villegas Jose Adan" userId="358eeecf-800f-4053-bdfe-ca2873666dbd" providerId="ADAL" clId="{C9BF66C6-EE2D-4487-B8F4-0ADA10212A64}" dt="2025-11-25T22:07:16.553" v="0" actId="1036"/>
        <pc:sldMkLst>
          <pc:docMk/>
          <pc:sldMk cId="3167760474" sldId="261"/>
        </pc:sldMkLst>
        <pc:spChg chg="mod">
          <ac:chgData name="Clemente Villegas Jose Adan" userId="358eeecf-800f-4053-bdfe-ca2873666dbd" providerId="ADAL" clId="{C9BF66C6-EE2D-4487-B8F4-0ADA10212A64}" dt="2025-11-25T22:07:16.553" v="0" actId="1036"/>
          <ac:spMkLst>
            <pc:docMk/>
            <pc:sldMk cId="3167760474" sldId="261"/>
            <ac:spMk id="2" creationId="{A1E13820-030B-CEAE-DA16-F991AD05DE01}"/>
          </ac:spMkLst>
        </pc:spChg>
      </pc:sldChg>
      <pc:sldChg chg="modSp mod">
        <pc:chgData name="Clemente Villegas Jose Adan" userId="358eeecf-800f-4053-bdfe-ca2873666dbd" providerId="ADAL" clId="{C9BF66C6-EE2D-4487-B8F4-0ADA10212A64}" dt="2025-11-25T23:29:25.572" v="299" actId="20577"/>
        <pc:sldMkLst>
          <pc:docMk/>
          <pc:sldMk cId="128730838" sldId="263"/>
        </pc:sldMkLst>
        <pc:spChg chg="mod">
          <ac:chgData name="Clemente Villegas Jose Adan" userId="358eeecf-800f-4053-bdfe-ca2873666dbd" providerId="ADAL" clId="{C9BF66C6-EE2D-4487-B8F4-0ADA10212A64}" dt="2025-11-25T23:29:25.572" v="299" actId="20577"/>
          <ac:spMkLst>
            <pc:docMk/>
            <pc:sldMk cId="128730838" sldId="263"/>
            <ac:spMk id="3" creationId="{5D48778D-F0CD-C207-2593-F8A276978B85}"/>
          </ac:spMkLst>
        </pc:spChg>
      </pc:sldChg>
      <pc:sldChg chg="ord">
        <pc:chgData name="Clemente Villegas Jose Adan" userId="358eeecf-800f-4053-bdfe-ca2873666dbd" providerId="ADAL" clId="{C9BF66C6-EE2D-4487-B8F4-0ADA10212A64}" dt="2025-11-25T23:32:55.296" v="648"/>
        <pc:sldMkLst>
          <pc:docMk/>
          <pc:sldMk cId="1738551623" sldId="265"/>
        </pc:sldMkLst>
      </pc:sldChg>
      <pc:sldChg chg="modSp mod ord">
        <pc:chgData name="Clemente Villegas Jose Adan" userId="358eeecf-800f-4053-bdfe-ca2873666dbd" providerId="ADAL" clId="{C9BF66C6-EE2D-4487-B8F4-0ADA10212A64}" dt="2025-11-26T04:23:43.682" v="901"/>
        <pc:sldMkLst>
          <pc:docMk/>
          <pc:sldMk cId="2096586663" sldId="273"/>
        </pc:sldMkLst>
        <pc:spChg chg="mod">
          <ac:chgData name="Clemente Villegas Jose Adan" userId="358eeecf-800f-4053-bdfe-ca2873666dbd" providerId="ADAL" clId="{C9BF66C6-EE2D-4487-B8F4-0ADA10212A64}" dt="2025-11-25T22:45:52.101" v="4" actId="1036"/>
          <ac:spMkLst>
            <pc:docMk/>
            <pc:sldMk cId="2096586663" sldId="273"/>
            <ac:spMk id="8" creationId="{43791223-F09D-A9E3-543C-824B5BAB024A}"/>
          </ac:spMkLst>
        </pc:spChg>
        <pc:spChg chg="mod">
          <ac:chgData name="Clemente Villegas Jose Adan" userId="358eeecf-800f-4053-bdfe-ca2873666dbd" providerId="ADAL" clId="{C9BF66C6-EE2D-4487-B8F4-0ADA10212A64}" dt="2025-11-25T22:44:33.428" v="2" actId="1076"/>
          <ac:spMkLst>
            <pc:docMk/>
            <pc:sldMk cId="2096586663" sldId="273"/>
            <ac:spMk id="11" creationId="{75BBC9EB-1253-0A22-B099-1410C35B999E}"/>
          </ac:spMkLst>
        </pc:spChg>
      </pc:sldChg>
      <pc:sldChg chg="modSp mod ord modShow">
        <pc:chgData name="Clemente Villegas Jose Adan" userId="358eeecf-800f-4053-bdfe-ca2873666dbd" providerId="ADAL" clId="{C9BF66C6-EE2D-4487-B8F4-0ADA10212A64}" dt="2025-11-26T04:56:54.339" v="1219" actId="1035"/>
        <pc:sldMkLst>
          <pc:docMk/>
          <pc:sldMk cId="1176102253" sldId="274"/>
        </pc:sldMkLst>
        <pc:spChg chg="mod">
          <ac:chgData name="Clemente Villegas Jose Adan" userId="358eeecf-800f-4053-bdfe-ca2873666dbd" providerId="ADAL" clId="{C9BF66C6-EE2D-4487-B8F4-0ADA10212A64}" dt="2025-11-26T04:56:54.339" v="1219" actId="1035"/>
          <ac:spMkLst>
            <pc:docMk/>
            <pc:sldMk cId="1176102253" sldId="274"/>
            <ac:spMk id="3" creationId="{B39046E7-9204-FB85-2A6F-EBA982B3A10C}"/>
          </ac:spMkLst>
        </pc:spChg>
      </pc:sldChg>
      <pc:sldChg chg="modSp mod ord modShow">
        <pc:chgData name="Clemente Villegas Jose Adan" userId="358eeecf-800f-4053-bdfe-ca2873666dbd" providerId="ADAL" clId="{C9BF66C6-EE2D-4487-B8F4-0ADA10212A64}" dt="2025-11-26T04:57:42.667" v="1239" actId="1035"/>
        <pc:sldMkLst>
          <pc:docMk/>
          <pc:sldMk cId="1820283010" sldId="276"/>
        </pc:sldMkLst>
        <pc:spChg chg="mod">
          <ac:chgData name="Clemente Villegas Jose Adan" userId="358eeecf-800f-4053-bdfe-ca2873666dbd" providerId="ADAL" clId="{C9BF66C6-EE2D-4487-B8F4-0ADA10212A64}" dt="2025-11-26T04:57:23.161" v="1226" actId="20577"/>
          <ac:spMkLst>
            <pc:docMk/>
            <pc:sldMk cId="1820283010" sldId="276"/>
            <ac:spMk id="3" creationId="{4F175BBC-9BB1-7DC5-9003-6DAE6E43EA82}"/>
          </ac:spMkLst>
        </pc:spChg>
        <pc:picChg chg="mod">
          <ac:chgData name="Clemente Villegas Jose Adan" userId="358eeecf-800f-4053-bdfe-ca2873666dbd" providerId="ADAL" clId="{C9BF66C6-EE2D-4487-B8F4-0ADA10212A64}" dt="2025-11-26T04:57:42.667" v="1239" actId="1035"/>
          <ac:picMkLst>
            <pc:docMk/>
            <pc:sldMk cId="1820283010" sldId="276"/>
            <ac:picMk id="7170" creationId="{BED079AC-2CFD-5A68-6A0D-C29FB72A7042}"/>
          </ac:picMkLst>
        </pc:picChg>
      </pc:sldChg>
      <pc:sldChg chg="del mod ord modShow">
        <pc:chgData name="Clemente Villegas Jose Adan" userId="358eeecf-800f-4053-bdfe-ca2873666dbd" providerId="ADAL" clId="{C9BF66C6-EE2D-4487-B8F4-0ADA10212A64}" dt="2025-11-28T09:35:05.433" v="4512" actId="2696"/>
        <pc:sldMkLst>
          <pc:docMk/>
          <pc:sldMk cId="2664553399" sldId="279"/>
        </pc:sldMkLst>
      </pc:sldChg>
      <pc:sldChg chg="del mod modShow">
        <pc:chgData name="Clemente Villegas Jose Adan" userId="358eeecf-800f-4053-bdfe-ca2873666dbd" providerId="ADAL" clId="{C9BF66C6-EE2D-4487-B8F4-0ADA10212A64}" dt="2025-11-28T09:35:12.407" v="4515" actId="2696"/>
        <pc:sldMkLst>
          <pc:docMk/>
          <pc:sldMk cId="204717033" sldId="280"/>
        </pc:sldMkLst>
      </pc:sldChg>
      <pc:sldChg chg="addSp delSp modSp add mod ord modShow">
        <pc:chgData name="Clemente Villegas Jose Adan" userId="358eeecf-800f-4053-bdfe-ca2873666dbd" providerId="ADAL" clId="{C9BF66C6-EE2D-4487-B8F4-0ADA10212A64}" dt="2025-11-26T04:28:24.488" v="972" actId="1036"/>
        <pc:sldMkLst>
          <pc:docMk/>
          <pc:sldMk cId="103452603" sldId="282"/>
        </pc:sldMkLst>
        <pc:spChg chg="mod">
          <ac:chgData name="Clemente Villegas Jose Adan" userId="358eeecf-800f-4053-bdfe-ca2873666dbd" providerId="ADAL" clId="{C9BF66C6-EE2D-4487-B8F4-0ADA10212A64}" dt="2025-11-25T23:30:10.057" v="358" actId="20577"/>
          <ac:spMkLst>
            <pc:docMk/>
            <pc:sldMk cId="103452603" sldId="282"/>
            <ac:spMk id="2" creationId="{44141855-AF7B-C2C0-87D6-1705413E9A1C}"/>
          </ac:spMkLst>
        </pc:spChg>
        <pc:spChg chg="mod">
          <ac:chgData name="Clemente Villegas Jose Adan" userId="358eeecf-800f-4053-bdfe-ca2873666dbd" providerId="ADAL" clId="{C9BF66C6-EE2D-4487-B8F4-0ADA10212A64}" dt="2025-11-26T04:28:24.488" v="972" actId="1036"/>
          <ac:spMkLst>
            <pc:docMk/>
            <pc:sldMk cId="103452603" sldId="282"/>
            <ac:spMk id="3" creationId="{1885671C-AF7A-1452-6CF0-4CD3CF0C4BE6}"/>
          </ac:spMkLst>
        </pc:spChg>
        <pc:picChg chg="add mod">
          <ac:chgData name="Clemente Villegas Jose Adan" userId="358eeecf-800f-4053-bdfe-ca2873666dbd" providerId="ADAL" clId="{C9BF66C6-EE2D-4487-B8F4-0ADA10212A64}" dt="2025-11-26T04:28:17.417" v="940" actId="1037"/>
          <ac:picMkLst>
            <pc:docMk/>
            <pc:sldMk cId="103452603" sldId="282"/>
            <ac:picMk id="2050" creationId="{7F8FBAB0-3710-4A27-4CA4-4E1E3F7EF06E}"/>
          </ac:picMkLst>
        </pc:picChg>
      </pc:sldChg>
      <pc:sldChg chg="addSp delSp modSp add mod">
        <pc:chgData name="Clemente Villegas Jose Adan" userId="358eeecf-800f-4053-bdfe-ca2873666dbd" providerId="ADAL" clId="{C9BF66C6-EE2D-4487-B8F4-0ADA10212A64}" dt="2025-11-26T04:12:30.747" v="788" actId="14100"/>
        <pc:sldMkLst>
          <pc:docMk/>
          <pc:sldMk cId="48651055" sldId="283"/>
        </pc:sldMkLst>
        <pc:spChg chg="mod">
          <ac:chgData name="Clemente Villegas Jose Adan" userId="358eeecf-800f-4053-bdfe-ca2873666dbd" providerId="ADAL" clId="{C9BF66C6-EE2D-4487-B8F4-0ADA10212A64}" dt="2025-11-25T23:16:41.772" v="89" actId="20577"/>
          <ac:spMkLst>
            <pc:docMk/>
            <pc:sldMk cId="48651055" sldId="283"/>
            <ac:spMk id="2" creationId="{95EBDC5B-F165-882F-A812-01BE9C7D3C6E}"/>
          </ac:spMkLst>
        </pc:spChg>
        <pc:spChg chg="mod">
          <ac:chgData name="Clemente Villegas Jose Adan" userId="358eeecf-800f-4053-bdfe-ca2873666dbd" providerId="ADAL" clId="{C9BF66C6-EE2D-4487-B8F4-0ADA10212A64}" dt="2025-11-26T04:12:30.747" v="788" actId="14100"/>
          <ac:spMkLst>
            <pc:docMk/>
            <pc:sldMk cId="48651055" sldId="283"/>
            <ac:spMk id="3" creationId="{6496B5B3-9210-3101-6A5A-5B9B7E91BDBD}"/>
          </ac:spMkLst>
        </pc:spChg>
        <pc:picChg chg="add mod">
          <ac:chgData name="Clemente Villegas Jose Adan" userId="358eeecf-800f-4053-bdfe-ca2873666dbd" providerId="ADAL" clId="{C9BF66C6-EE2D-4487-B8F4-0ADA10212A64}" dt="2025-11-26T04:12:05.530" v="782" actId="1076"/>
          <ac:picMkLst>
            <pc:docMk/>
            <pc:sldMk cId="48651055" sldId="283"/>
            <ac:picMk id="1030" creationId="{B6AA3321-84E4-4678-CA9D-E621D8627F10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9:41:39.947" v="4550" actId="732"/>
        <pc:sldMkLst>
          <pc:docMk/>
          <pc:sldMk cId="739693739" sldId="287"/>
        </pc:sldMkLst>
        <pc:spChg chg="mod">
          <ac:chgData name="Clemente Villegas Jose Adan" userId="358eeecf-800f-4053-bdfe-ca2873666dbd" providerId="ADAL" clId="{C9BF66C6-EE2D-4487-B8F4-0ADA10212A64}" dt="2025-11-25T23:54:19.908" v="742" actId="20577"/>
          <ac:spMkLst>
            <pc:docMk/>
            <pc:sldMk cId="739693739" sldId="287"/>
            <ac:spMk id="2" creationId="{86D4EC79-D531-6A88-62A5-F46C4F195613}"/>
          </ac:spMkLst>
        </pc:spChg>
        <pc:spChg chg="mod">
          <ac:chgData name="Clemente Villegas Jose Adan" userId="358eeecf-800f-4053-bdfe-ca2873666dbd" providerId="ADAL" clId="{C9BF66C6-EE2D-4487-B8F4-0ADA10212A64}" dt="2025-11-28T09:41:27.679" v="4549" actId="14100"/>
          <ac:spMkLst>
            <pc:docMk/>
            <pc:sldMk cId="739693739" sldId="287"/>
            <ac:spMk id="3" creationId="{4B97C20D-0F7D-02D0-9984-0C9CC7D44467}"/>
          </ac:spMkLst>
        </pc:spChg>
        <pc:spChg chg="add">
          <ac:chgData name="Clemente Villegas Jose Adan" userId="358eeecf-800f-4053-bdfe-ca2873666dbd" providerId="ADAL" clId="{C9BF66C6-EE2D-4487-B8F4-0ADA10212A64}" dt="2025-11-28T09:40:32.578" v="4529"/>
          <ac:spMkLst>
            <pc:docMk/>
            <pc:sldMk cId="739693739" sldId="287"/>
            <ac:spMk id="4" creationId="{87CED790-D315-768C-46AB-032E8D568C1B}"/>
          </ac:spMkLst>
        </pc:spChg>
        <pc:picChg chg="add mod modCrop">
          <ac:chgData name="Clemente Villegas Jose Adan" userId="358eeecf-800f-4053-bdfe-ca2873666dbd" providerId="ADAL" clId="{C9BF66C6-EE2D-4487-B8F4-0ADA10212A64}" dt="2025-11-28T09:41:39.947" v="4550" actId="732"/>
          <ac:picMkLst>
            <pc:docMk/>
            <pc:sldMk cId="739693739" sldId="287"/>
            <ac:picMk id="5" creationId="{A73EA370-50DA-2772-9C30-8CC44FA1AA93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9:38:15.488" v="4528"/>
        <pc:sldMkLst>
          <pc:docMk/>
          <pc:sldMk cId="2711406996" sldId="288"/>
        </pc:sldMkLst>
        <pc:spChg chg="mod">
          <ac:chgData name="Clemente Villegas Jose Adan" userId="358eeecf-800f-4053-bdfe-ca2873666dbd" providerId="ADAL" clId="{C9BF66C6-EE2D-4487-B8F4-0ADA10212A64}" dt="2025-11-26T04:44:36.173" v="1011" actId="12"/>
          <ac:spMkLst>
            <pc:docMk/>
            <pc:sldMk cId="2711406996" sldId="288"/>
            <ac:spMk id="3" creationId="{0A74A231-E561-2980-96EB-2B1DC2F850A8}"/>
          </ac:spMkLst>
        </pc:spChg>
        <pc:picChg chg="add mod modCrop">
          <ac:chgData name="Clemente Villegas Jose Adan" userId="358eeecf-800f-4053-bdfe-ca2873666dbd" providerId="ADAL" clId="{C9BF66C6-EE2D-4487-B8F4-0ADA10212A64}" dt="2025-11-28T09:38:15.488" v="4528"/>
          <ac:picMkLst>
            <pc:docMk/>
            <pc:sldMk cId="2711406996" sldId="288"/>
            <ac:picMk id="5" creationId="{6404AD5F-9C81-4632-C4CA-3E6D987D307B}"/>
          </ac:picMkLst>
        </pc:picChg>
      </pc:sldChg>
      <pc:sldChg chg="addSp delSp modSp add mod">
        <pc:chgData name="Clemente Villegas Jose Adan" userId="358eeecf-800f-4053-bdfe-ca2873666dbd" providerId="ADAL" clId="{C9BF66C6-EE2D-4487-B8F4-0ADA10212A64}" dt="2025-11-28T09:47:14.683" v="4591" actId="1076"/>
        <pc:sldMkLst>
          <pc:docMk/>
          <pc:sldMk cId="2488732516" sldId="290"/>
        </pc:sldMkLst>
        <pc:spChg chg="mod">
          <ac:chgData name="Clemente Villegas Jose Adan" userId="358eeecf-800f-4053-bdfe-ca2873666dbd" providerId="ADAL" clId="{C9BF66C6-EE2D-4487-B8F4-0ADA10212A64}" dt="2025-11-26T04:49:52.147" v="1067" actId="20577"/>
          <ac:spMkLst>
            <pc:docMk/>
            <pc:sldMk cId="2488732516" sldId="290"/>
            <ac:spMk id="2" creationId="{A8DD58BC-20F1-7683-13C0-5D0C14F06AE9}"/>
          </ac:spMkLst>
        </pc:spChg>
        <pc:spChg chg="mod">
          <ac:chgData name="Clemente Villegas Jose Adan" userId="358eeecf-800f-4053-bdfe-ca2873666dbd" providerId="ADAL" clId="{C9BF66C6-EE2D-4487-B8F4-0ADA10212A64}" dt="2025-11-28T09:47:14.683" v="4591" actId="1076"/>
          <ac:spMkLst>
            <pc:docMk/>
            <pc:sldMk cId="2488732516" sldId="290"/>
            <ac:spMk id="3" creationId="{3B5B67FA-D849-5841-4BDD-6B9A03FB537B}"/>
          </ac:spMkLst>
        </pc:spChg>
        <pc:picChg chg="add mod">
          <ac:chgData name="Clemente Villegas Jose Adan" userId="358eeecf-800f-4053-bdfe-ca2873666dbd" providerId="ADAL" clId="{C9BF66C6-EE2D-4487-B8F4-0ADA10212A64}" dt="2025-11-28T09:46:54.787" v="4586" actId="1076"/>
          <ac:picMkLst>
            <pc:docMk/>
            <pc:sldMk cId="2488732516" sldId="290"/>
            <ac:picMk id="9218" creationId="{04549C97-BCA3-29C7-20F9-8532C4EA8023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7:57:36.078" v="3436" actId="14100"/>
        <pc:sldMkLst>
          <pc:docMk/>
          <pc:sldMk cId="3129054407" sldId="291"/>
        </pc:sldMkLst>
        <pc:spChg chg="mod">
          <ac:chgData name="Clemente Villegas Jose Adan" userId="358eeecf-800f-4053-bdfe-ca2873666dbd" providerId="ADAL" clId="{C9BF66C6-EE2D-4487-B8F4-0ADA10212A64}" dt="2025-11-26T05:04:47.747" v="1378" actId="20577"/>
          <ac:spMkLst>
            <pc:docMk/>
            <pc:sldMk cId="3129054407" sldId="291"/>
            <ac:spMk id="2" creationId="{261EF1AE-1A60-8902-BA8B-264410039DC8}"/>
          </ac:spMkLst>
        </pc:spChg>
        <pc:spChg chg="mod">
          <ac:chgData name="Clemente Villegas Jose Adan" userId="358eeecf-800f-4053-bdfe-ca2873666dbd" providerId="ADAL" clId="{C9BF66C6-EE2D-4487-B8F4-0ADA10212A64}" dt="2025-11-28T07:57:36.078" v="3436" actId="14100"/>
          <ac:spMkLst>
            <pc:docMk/>
            <pc:sldMk cId="3129054407" sldId="291"/>
            <ac:spMk id="3" creationId="{E7218418-06EC-293C-DF04-9E20E86ED84E}"/>
          </ac:spMkLst>
        </pc:spChg>
        <pc:picChg chg="add mod">
          <ac:chgData name="Clemente Villegas Jose Adan" userId="358eeecf-800f-4053-bdfe-ca2873666dbd" providerId="ADAL" clId="{C9BF66C6-EE2D-4487-B8F4-0ADA10212A64}" dt="2025-11-28T07:57:28.467" v="3435" actId="1076"/>
          <ac:picMkLst>
            <pc:docMk/>
            <pc:sldMk cId="3129054407" sldId="291"/>
            <ac:picMk id="5" creationId="{0A3214C4-F69B-02AA-A480-452C46A69425}"/>
          </ac:picMkLst>
        </pc:picChg>
      </pc:sldChg>
      <pc:sldChg chg="addSp delSp modSp add mod">
        <pc:chgData name="Clemente Villegas Jose Adan" userId="358eeecf-800f-4053-bdfe-ca2873666dbd" providerId="ADAL" clId="{C9BF66C6-EE2D-4487-B8F4-0ADA10212A64}" dt="2025-11-28T07:57:40.819" v="3438" actId="1076"/>
        <pc:sldMkLst>
          <pc:docMk/>
          <pc:sldMk cId="3061731894" sldId="292"/>
        </pc:sldMkLst>
        <pc:spChg chg="mod">
          <ac:chgData name="Clemente Villegas Jose Adan" userId="358eeecf-800f-4053-bdfe-ca2873666dbd" providerId="ADAL" clId="{C9BF66C6-EE2D-4487-B8F4-0ADA10212A64}" dt="2025-11-26T05:11:29.329" v="1394" actId="242"/>
          <ac:spMkLst>
            <pc:docMk/>
            <pc:sldMk cId="3061731894" sldId="292"/>
            <ac:spMk id="3" creationId="{E9F1EABC-DCC1-60EC-8DA7-59FE16B44869}"/>
          </ac:spMkLst>
        </pc:spChg>
        <pc:picChg chg="add mod">
          <ac:chgData name="Clemente Villegas Jose Adan" userId="358eeecf-800f-4053-bdfe-ca2873666dbd" providerId="ADAL" clId="{C9BF66C6-EE2D-4487-B8F4-0ADA10212A64}" dt="2025-11-28T07:57:40.819" v="3438" actId="1076"/>
          <ac:picMkLst>
            <pc:docMk/>
            <pc:sldMk cId="3061731894" sldId="292"/>
            <ac:picMk id="6" creationId="{CA15E220-2C90-C40A-B9AD-0CEE7EFFB666}"/>
          </ac:picMkLst>
        </pc:picChg>
      </pc:sldChg>
      <pc:sldChg chg="addSp delSp modSp add mod">
        <pc:chgData name="Clemente Villegas Jose Adan" userId="358eeecf-800f-4053-bdfe-ca2873666dbd" providerId="ADAL" clId="{C9BF66C6-EE2D-4487-B8F4-0ADA10212A64}" dt="2025-11-28T07:58:16.472" v="3453" actId="242"/>
        <pc:sldMkLst>
          <pc:docMk/>
          <pc:sldMk cId="2973663980" sldId="293"/>
        </pc:sldMkLst>
        <pc:spChg chg="mod">
          <ac:chgData name="Clemente Villegas Jose Adan" userId="358eeecf-800f-4053-bdfe-ca2873666dbd" providerId="ADAL" clId="{C9BF66C6-EE2D-4487-B8F4-0ADA10212A64}" dt="2025-11-26T05:04:31.271" v="1339" actId="20577"/>
          <ac:spMkLst>
            <pc:docMk/>
            <pc:sldMk cId="2973663980" sldId="293"/>
            <ac:spMk id="2" creationId="{F21B8247-2E76-2A7C-5220-FB598A5A1668}"/>
          </ac:spMkLst>
        </pc:spChg>
        <pc:spChg chg="mod">
          <ac:chgData name="Clemente Villegas Jose Adan" userId="358eeecf-800f-4053-bdfe-ca2873666dbd" providerId="ADAL" clId="{C9BF66C6-EE2D-4487-B8F4-0ADA10212A64}" dt="2025-11-28T07:58:16.472" v="3453" actId="242"/>
          <ac:spMkLst>
            <pc:docMk/>
            <pc:sldMk cId="2973663980" sldId="293"/>
            <ac:spMk id="3" creationId="{07FF2FE0-77F2-1516-54ED-9B2F8B7F846B}"/>
          </ac:spMkLst>
        </pc:spChg>
        <pc:picChg chg="add mod">
          <ac:chgData name="Clemente Villegas Jose Adan" userId="358eeecf-800f-4053-bdfe-ca2873666dbd" providerId="ADAL" clId="{C9BF66C6-EE2D-4487-B8F4-0ADA10212A64}" dt="2025-11-28T07:58:06.150" v="3447" actId="1076"/>
          <ac:picMkLst>
            <pc:docMk/>
            <pc:sldMk cId="2973663980" sldId="293"/>
            <ac:picMk id="5" creationId="{9C1C86A7-D926-4784-B8E6-EC46F6C2FC66}"/>
          </ac:picMkLst>
        </pc:picChg>
      </pc:sldChg>
      <pc:sldChg chg="modSp add del mod">
        <pc:chgData name="Clemente Villegas Jose Adan" userId="358eeecf-800f-4053-bdfe-ca2873666dbd" providerId="ADAL" clId="{C9BF66C6-EE2D-4487-B8F4-0ADA10212A64}" dt="2025-11-27T20:11:22.841" v="2404" actId="47"/>
        <pc:sldMkLst>
          <pc:docMk/>
          <pc:sldMk cId="1121858738" sldId="294"/>
        </pc:sldMkLst>
        <pc:spChg chg="mod">
          <ac:chgData name="Clemente Villegas Jose Adan" userId="358eeecf-800f-4053-bdfe-ca2873666dbd" providerId="ADAL" clId="{C9BF66C6-EE2D-4487-B8F4-0ADA10212A64}" dt="2025-11-27T19:52:55.833" v="1452" actId="20577"/>
          <ac:spMkLst>
            <pc:docMk/>
            <pc:sldMk cId="1121858738" sldId="294"/>
            <ac:spMk id="2" creationId="{1732188C-EA63-A561-1CBA-4D734C51A4AD}"/>
          </ac:spMkLst>
        </pc:spChg>
        <pc:spChg chg="mod">
          <ac:chgData name="Clemente Villegas Jose Adan" userId="358eeecf-800f-4053-bdfe-ca2873666dbd" providerId="ADAL" clId="{C9BF66C6-EE2D-4487-B8F4-0ADA10212A64}" dt="2025-11-27T19:56:08.190" v="1652" actId="20577"/>
          <ac:spMkLst>
            <pc:docMk/>
            <pc:sldMk cId="1121858738" sldId="294"/>
            <ac:spMk id="3" creationId="{3805DD3C-5E0C-4A90-1E2B-47DB09C4AF35}"/>
          </ac:spMkLst>
        </pc:spChg>
      </pc:sldChg>
      <pc:sldChg chg="addSp delSp modSp add mod">
        <pc:chgData name="Clemente Villegas Jose Adan" userId="358eeecf-800f-4053-bdfe-ca2873666dbd" providerId="ADAL" clId="{C9BF66C6-EE2D-4487-B8F4-0ADA10212A64}" dt="2025-11-28T08:34:42.563" v="3807" actId="14826"/>
        <pc:sldMkLst>
          <pc:docMk/>
          <pc:sldMk cId="271491706" sldId="295"/>
        </pc:sldMkLst>
        <pc:spChg chg="mod">
          <ac:chgData name="Clemente Villegas Jose Adan" userId="358eeecf-800f-4053-bdfe-ca2873666dbd" providerId="ADAL" clId="{C9BF66C6-EE2D-4487-B8F4-0ADA10212A64}" dt="2025-11-27T20:35:32.672" v="2843" actId="20577"/>
          <ac:spMkLst>
            <pc:docMk/>
            <pc:sldMk cId="271491706" sldId="295"/>
            <ac:spMk id="2" creationId="{536042C5-BD06-DC96-6CF8-4B5F820F6B04}"/>
          </ac:spMkLst>
        </pc:spChg>
        <pc:spChg chg="mod">
          <ac:chgData name="Clemente Villegas Jose Adan" userId="358eeecf-800f-4053-bdfe-ca2873666dbd" providerId="ADAL" clId="{C9BF66C6-EE2D-4487-B8F4-0ADA10212A64}" dt="2025-11-28T08:24:01.105" v="3624" actId="14100"/>
          <ac:spMkLst>
            <pc:docMk/>
            <pc:sldMk cId="271491706" sldId="295"/>
            <ac:spMk id="3" creationId="{E8D09432-F824-BC41-E620-363CBE40B4AE}"/>
          </ac:spMkLst>
        </pc:spChg>
        <pc:spChg chg="add del mod">
          <ac:chgData name="Clemente Villegas Jose Adan" userId="358eeecf-800f-4053-bdfe-ca2873666dbd" providerId="ADAL" clId="{C9BF66C6-EE2D-4487-B8F4-0ADA10212A64}" dt="2025-11-28T08:23:30.091" v="3610" actId="478"/>
          <ac:spMkLst>
            <pc:docMk/>
            <pc:sldMk cId="271491706" sldId="295"/>
            <ac:spMk id="5" creationId="{7D3F20B6-F080-3C1F-0ADC-D18BC57070BB}"/>
          </ac:spMkLst>
        </pc:spChg>
        <pc:spChg chg="add del mod">
          <ac:chgData name="Clemente Villegas Jose Adan" userId="358eeecf-800f-4053-bdfe-ca2873666dbd" providerId="ADAL" clId="{C9BF66C6-EE2D-4487-B8F4-0ADA10212A64}" dt="2025-11-28T08:19:45.677" v="3515"/>
          <ac:spMkLst>
            <pc:docMk/>
            <pc:sldMk cId="271491706" sldId="295"/>
            <ac:spMk id="7" creationId="{FB6DA056-84C9-1318-760F-D852FE1876A6}"/>
          </ac:spMkLst>
        </pc:spChg>
        <pc:spChg chg="add mod">
          <ac:chgData name="Clemente Villegas Jose Adan" userId="358eeecf-800f-4053-bdfe-ca2873666dbd" providerId="ADAL" clId="{C9BF66C6-EE2D-4487-B8F4-0ADA10212A64}" dt="2025-11-28T08:24:09.479" v="3638" actId="1038"/>
          <ac:spMkLst>
            <pc:docMk/>
            <pc:sldMk cId="271491706" sldId="295"/>
            <ac:spMk id="8" creationId="{92D0D2DE-40D2-6F18-A1E6-E0AA0FABE845}"/>
          </ac:spMkLst>
        </pc:spChg>
        <pc:spChg chg="add mod">
          <ac:chgData name="Clemente Villegas Jose Adan" userId="358eeecf-800f-4053-bdfe-ca2873666dbd" providerId="ADAL" clId="{C9BF66C6-EE2D-4487-B8F4-0ADA10212A64}" dt="2025-11-28T08:24:09.479" v="3638" actId="1038"/>
          <ac:spMkLst>
            <pc:docMk/>
            <pc:sldMk cId="271491706" sldId="295"/>
            <ac:spMk id="9" creationId="{F42CA749-86FD-F6C5-3763-86F6D7082100}"/>
          </ac:spMkLst>
        </pc:spChg>
        <pc:spChg chg="mod">
          <ac:chgData name="Clemente Villegas Jose Adan" userId="358eeecf-800f-4053-bdfe-ca2873666dbd" providerId="ADAL" clId="{C9BF66C6-EE2D-4487-B8F4-0ADA10212A64}" dt="2025-11-28T08:29:19.317" v="3738" actId="14826"/>
          <ac:spMkLst>
            <pc:docMk/>
            <pc:sldMk cId="271491706" sldId="295"/>
            <ac:spMk id="14" creationId="{AF4E27A4-F9E9-D558-70E1-A51D9031E62C}"/>
          </ac:spMkLst>
        </pc:spChg>
        <pc:spChg chg="mod">
          <ac:chgData name="Clemente Villegas Jose Adan" userId="358eeecf-800f-4053-bdfe-ca2873666dbd" providerId="ADAL" clId="{C9BF66C6-EE2D-4487-B8F4-0ADA10212A64}" dt="2025-11-28T08:29:19.317" v="3738" actId="14826"/>
          <ac:spMkLst>
            <pc:docMk/>
            <pc:sldMk cId="271491706" sldId="295"/>
            <ac:spMk id="15" creationId="{90030542-D198-D61C-EBFD-98FADFBB7C82}"/>
          </ac:spMkLst>
        </pc:spChg>
        <pc:spChg chg="mod">
          <ac:chgData name="Clemente Villegas Jose Adan" userId="358eeecf-800f-4053-bdfe-ca2873666dbd" providerId="ADAL" clId="{C9BF66C6-EE2D-4487-B8F4-0ADA10212A64}" dt="2025-11-28T08:25:35.068" v="3672" actId="14826"/>
          <ac:spMkLst>
            <pc:docMk/>
            <pc:sldMk cId="271491706" sldId="295"/>
            <ac:spMk id="19" creationId="{8FF43CA4-83A2-B11B-5B26-447E53D2A9E2}"/>
          </ac:spMkLst>
        </pc:spChg>
        <pc:spChg chg="mod">
          <ac:chgData name="Clemente Villegas Jose Adan" userId="358eeecf-800f-4053-bdfe-ca2873666dbd" providerId="ADAL" clId="{C9BF66C6-EE2D-4487-B8F4-0ADA10212A64}" dt="2025-11-28T08:25:35.068" v="3672" actId="14826"/>
          <ac:spMkLst>
            <pc:docMk/>
            <pc:sldMk cId="271491706" sldId="295"/>
            <ac:spMk id="20" creationId="{C73EA036-7BE3-AB05-98FB-63045CCF6725}"/>
          </ac:spMkLst>
        </pc:spChg>
        <pc:spChg chg="mod">
          <ac:chgData name="Clemente Villegas Jose Adan" userId="358eeecf-800f-4053-bdfe-ca2873666dbd" providerId="ADAL" clId="{C9BF66C6-EE2D-4487-B8F4-0ADA10212A64}" dt="2025-11-28T08:23:39.685" v="3615"/>
          <ac:spMkLst>
            <pc:docMk/>
            <pc:sldMk cId="271491706" sldId="295"/>
            <ac:spMk id="24" creationId="{7D1AB381-FAA1-9D59-A22B-B0A57691DC8F}"/>
          </ac:spMkLst>
        </pc:spChg>
        <pc:spChg chg="mod">
          <ac:chgData name="Clemente Villegas Jose Adan" userId="358eeecf-800f-4053-bdfe-ca2873666dbd" providerId="ADAL" clId="{C9BF66C6-EE2D-4487-B8F4-0ADA10212A64}" dt="2025-11-28T08:23:39.685" v="3615"/>
          <ac:spMkLst>
            <pc:docMk/>
            <pc:sldMk cId="271491706" sldId="295"/>
            <ac:spMk id="25" creationId="{E63EEC5D-A86C-B845-9839-0E2F0E83DF4F}"/>
          </ac:spMkLst>
        </pc:spChg>
        <pc:spChg chg="mod">
          <ac:chgData name="Clemente Villegas Jose Adan" userId="358eeecf-800f-4053-bdfe-ca2873666dbd" providerId="ADAL" clId="{C9BF66C6-EE2D-4487-B8F4-0ADA10212A64}" dt="2025-11-28T08:32:00.764" v="3766" actId="20577"/>
          <ac:spMkLst>
            <pc:docMk/>
            <pc:sldMk cId="271491706" sldId="295"/>
            <ac:spMk id="29" creationId="{267FCF6B-B086-DE93-0B9B-0DA22FA31321}"/>
          </ac:spMkLst>
        </pc:spChg>
        <pc:spChg chg="mod">
          <ac:chgData name="Clemente Villegas Jose Adan" userId="358eeecf-800f-4053-bdfe-ca2873666dbd" providerId="ADAL" clId="{C9BF66C6-EE2D-4487-B8F4-0ADA10212A64}" dt="2025-11-28T08:31:10.191" v="3749" actId="14826"/>
          <ac:spMkLst>
            <pc:docMk/>
            <pc:sldMk cId="271491706" sldId="295"/>
            <ac:spMk id="30" creationId="{60E7D2AC-CABE-2B2B-1449-7F834E3F3697}"/>
          </ac:spMkLst>
        </pc:spChg>
        <pc:spChg chg="mod">
          <ac:chgData name="Clemente Villegas Jose Adan" userId="358eeecf-800f-4053-bdfe-ca2873666dbd" providerId="ADAL" clId="{C9BF66C6-EE2D-4487-B8F4-0ADA10212A64}" dt="2025-11-28T08:27:24.665" v="3700" actId="14826"/>
          <ac:spMkLst>
            <pc:docMk/>
            <pc:sldMk cId="271491706" sldId="295"/>
            <ac:spMk id="34" creationId="{54A67436-6D87-C015-7C00-12B38B3798D1}"/>
          </ac:spMkLst>
        </pc:spChg>
        <pc:spChg chg="mod">
          <ac:chgData name="Clemente Villegas Jose Adan" userId="358eeecf-800f-4053-bdfe-ca2873666dbd" providerId="ADAL" clId="{C9BF66C6-EE2D-4487-B8F4-0ADA10212A64}" dt="2025-11-28T08:27:24.665" v="3700" actId="14826"/>
          <ac:spMkLst>
            <pc:docMk/>
            <pc:sldMk cId="271491706" sldId="295"/>
            <ac:spMk id="35" creationId="{01CAFDB2-2FDC-6D66-F67D-7291C4CDDE72}"/>
          </ac:spMkLst>
        </pc:spChg>
        <pc:spChg chg="mod">
          <ac:chgData name="Clemente Villegas Jose Adan" userId="358eeecf-800f-4053-bdfe-ca2873666dbd" providerId="ADAL" clId="{C9BF66C6-EE2D-4487-B8F4-0ADA10212A64}" dt="2025-11-28T08:34:42.563" v="3807" actId="14826"/>
          <ac:spMkLst>
            <pc:docMk/>
            <pc:sldMk cId="271491706" sldId="295"/>
            <ac:spMk id="39" creationId="{FCB8DBE0-3C5C-6D3D-D24D-A08D08608667}"/>
          </ac:spMkLst>
        </pc:spChg>
        <pc:spChg chg="mod">
          <ac:chgData name="Clemente Villegas Jose Adan" userId="358eeecf-800f-4053-bdfe-ca2873666dbd" providerId="ADAL" clId="{C9BF66C6-EE2D-4487-B8F4-0ADA10212A64}" dt="2025-11-28T08:34:42.563" v="3807" actId="14826"/>
          <ac:spMkLst>
            <pc:docMk/>
            <pc:sldMk cId="271491706" sldId="295"/>
            <ac:spMk id="40" creationId="{A2972CCF-DE99-DE41-A449-DEFDE062CD8A}"/>
          </ac:spMkLst>
        </pc:spChg>
        <pc:grpChg chg="add mod">
          <ac:chgData name="Clemente Villegas Jose Adan" userId="358eeecf-800f-4053-bdfe-ca2873666dbd" providerId="ADAL" clId="{C9BF66C6-EE2D-4487-B8F4-0ADA10212A64}" dt="2025-11-28T08:23:27.340" v="3609" actId="1076"/>
          <ac:grpSpMkLst>
            <pc:docMk/>
            <pc:sldMk cId="271491706" sldId="295"/>
            <ac:grpSpMk id="10" creationId="{968DAB9B-3400-1057-6375-95C2FC6BDA20}"/>
          </ac:grpSpMkLst>
        </pc:grpChg>
        <pc:grpChg chg="add mod">
          <ac:chgData name="Clemente Villegas Jose Adan" userId="358eeecf-800f-4053-bdfe-ca2873666dbd" providerId="ADAL" clId="{C9BF66C6-EE2D-4487-B8F4-0ADA10212A64}" dt="2025-11-28T08:23:27.340" v="3609" actId="1076"/>
          <ac:grpSpMkLst>
            <pc:docMk/>
            <pc:sldMk cId="271491706" sldId="295"/>
            <ac:grpSpMk id="11" creationId="{B9C64E1D-0CEE-04D3-0021-BAECC55F9B74}"/>
          </ac:grpSpMkLst>
        </pc:grpChg>
        <pc:grpChg chg="add mod">
          <ac:chgData name="Clemente Villegas Jose Adan" userId="358eeecf-800f-4053-bdfe-ca2873666dbd" providerId="ADAL" clId="{C9BF66C6-EE2D-4487-B8F4-0ADA10212A64}" dt="2025-11-28T08:29:19.317" v="3738" actId="14826"/>
          <ac:grpSpMkLst>
            <pc:docMk/>
            <pc:sldMk cId="271491706" sldId="295"/>
            <ac:grpSpMk id="12" creationId="{F3762B96-0C70-FB27-3735-A0AF6317DDDE}"/>
          </ac:grpSpMkLst>
        </pc:grpChg>
        <pc:grpChg chg="mod">
          <ac:chgData name="Clemente Villegas Jose Adan" userId="358eeecf-800f-4053-bdfe-ca2873666dbd" providerId="ADAL" clId="{C9BF66C6-EE2D-4487-B8F4-0ADA10212A64}" dt="2025-11-28T08:29:19.317" v="3738" actId="14826"/>
          <ac:grpSpMkLst>
            <pc:docMk/>
            <pc:sldMk cId="271491706" sldId="295"/>
            <ac:grpSpMk id="13" creationId="{4D9B0D2B-18D2-D468-2495-126817D76165}"/>
          </ac:grpSpMkLst>
        </pc:grpChg>
        <pc:grpChg chg="add mod">
          <ac:chgData name="Clemente Villegas Jose Adan" userId="358eeecf-800f-4053-bdfe-ca2873666dbd" providerId="ADAL" clId="{C9BF66C6-EE2D-4487-B8F4-0ADA10212A64}" dt="2025-11-28T08:25:35.068" v="3672" actId="14826"/>
          <ac:grpSpMkLst>
            <pc:docMk/>
            <pc:sldMk cId="271491706" sldId="295"/>
            <ac:grpSpMk id="17" creationId="{40057EAA-63F7-82F1-F6A2-BA19D541924A}"/>
          </ac:grpSpMkLst>
        </pc:grpChg>
        <pc:grpChg chg="mod">
          <ac:chgData name="Clemente Villegas Jose Adan" userId="358eeecf-800f-4053-bdfe-ca2873666dbd" providerId="ADAL" clId="{C9BF66C6-EE2D-4487-B8F4-0ADA10212A64}" dt="2025-11-28T08:25:35.068" v="3672" actId="14826"/>
          <ac:grpSpMkLst>
            <pc:docMk/>
            <pc:sldMk cId="271491706" sldId="295"/>
            <ac:grpSpMk id="18" creationId="{DE76344A-35D6-F2A2-13AC-B5D68960E47C}"/>
          </ac:grpSpMkLst>
        </pc:grpChg>
        <pc:grpChg chg="add mod">
          <ac:chgData name="Clemente Villegas Jose Adan" userId="358eeecf-800f-4053-bdfe-ca2873666dbd" providerId="ADAL" clId="{C9BF66C6-EE2D-4487-B8F4-0ADA10212A64}" dt="2025-11-28T08:23:39.685" v="3615"/>
          <ac:grpSpMkLst>
            <pc:docMk/>
            <pc:sldMk cId="271491706" sldId="295"/>
            <ac:grpSpMk id="22" creationId="{E7F8F2D3-F897-E83D-AFAC-0FE3BC3372D3}"/>
          </ac:grpSpMkLst>
        </pc:grpChg>
        <pc:grpChg chg="mod">
          <ac:chgData name="Clemente Villegas Jose Adan" userId="358eeecf-800f-4053-bdfe-ca2873666dbd" providerId="ADAL" clId="{C9BF66C6-EE2D-4487-B8F4-0ADA10212A64}" dt="2025-11-28T08:23:39.685" v="3615"/>
          <ac:grpSpMkLst>
            <pc:docMk/>
            <pc:sldMk cId="271491706" sldId="295"/>
            <ac:grpSpMk id="23" creationId="{D55BD7CF-CB97-114F-EA5E-C9672E7BF9E7}"/>
          </ac:grpSpMkLst>
        </pc:grpChg>
        <pc:grpChg chg="add mod">
          <ac:chgData name="Clemente Villegas Jose Adan" userId="358eeecf-800f-4053-bdfe-ca2873666dbd" providerId="ADAL" clId="{C9BF66C6-EE2D-4487-B8F4-0ADA10212A64}" dt="2025-11-28T08:31:10.191" v="3749" actId="14826"/>
          <ac:grpSpMkLst>
            <pc:docMk/>
            <pc:sldMk cId="271491706" sldId="295"/>
            <ac:grpSpMk id="27" creationId="{A66FE49E-FEC5-3051-4CB4-DCA790ADEBAA}"/>
          </ac:grpSpMkLst>
        </pc:grpChg>
        <pc:grpChg chg="mod">
          <ac:chgData name="Clemente Villegas Jose Adan" userId="358eeecf-800f-4053-bdfe-ca2873666dbd" providerId="ADAL" clId="{C9BF66C6-EE2D-4487-B8F4-0ADA10212A64}" dt="2025-11-28T08:31:10.191" v="3749" actId="14826"/>
          <ac:grpSpMkLst>
            <pc:docMk/>
            <pc:sldMk cId="271491706" sldId="295"/>
            <ac:grpSpMk id="28" creationId="{044755B2-2257-A394-9B59-1F3FD051B6C4}"/>
          </ac:grpSpMkLst>
        </pc:grpChg>
        <pc:grpChg chg="add mod">
          <ac:chgData name="Clemente Villegas Jose Adan" userId="358eeecf-800f-4053-bdfe-ca2873666dbd" providerId="ADAL" clId="{C9BF66C6-EE2D-4487-B8F4-0ADA10212A64}" dt="2025-11-28T08:27:24.665" v="3700" actId="14826"/>
          <ac:grpSpMkLst>
            <pc:docMk/>
            <pc:sldMk cId="271491706" sldId="295"/>
            <ac:grpSpMk id="32" creationId="{F1FBC977-1058-AF3F-F23D-1B30EF685F30}"/>
          </ac:grpSpMkLst>
        </pc:grpChg>
        <pc:grpChg chg="mod">
          <ac:chgData name="Clemente Villegas Jose Adan" userId="358eeecf-800f-4053-bdfe-ca2873666dbd" providerId="ADAL" clId="{C9BF66C6-EE2D-4487-B8F4-0ADA10212A64}" dt="2025-11-28T08:27:24.665" v="3700" actId="14826"/>
          <ac:grpSpMkLst>
            <pc:docMk/>
            <pc:sldMk cId="271491706" sldId="295"/>
            <ac:grpSpMk id="33" creationId="{4C3F5D44-B072-2696-E632-6FB2BC312D49}"/>
          </ac:grpSpMkLst>
        </pc:grpChg>
        <pc:grpChg chg="add mod">
          <ac:chgData name="Clemente Villegas Jose Adan" userId="358eeecf-800f-4053-bdfe-ca2873666dbd" providerId="ADAL" clId="{C9BF66C6-EE2D-4487-B8F4-0ADA10212A64}" dt="2025-11-28T08:34:42.563" v="3807" actId="14826"/>
          <ac:grpSpMkLst>
            <pc:docMk/>
            <pc:sldMk cId="271491706" sldId="295"/>
            <ac:grpSpMk id="37" creationId="{F67A745E-B486-73EF-A838-52B751F175EA}"/>
          </ac:grpSpMkLst>
        </pc:grpChg>
        <pc:grpChg chg="mod">
          <ac:chgData name="Clemente Villegas Jose Adan" userId="358eeecf-800f-4053-bdfe-ca2873666dbd" providerId="ADAL" clId="{C9BF66C6-EE2D-4487-B8F4-0ADA10212A64}" dt="2025-11-28T08:34:42.563" v="3807" actId="14826"/>
          <ac:grpSpMkLst>
            <pc:docMk/>
            <pc:sldMk cId="271491706" sldId="295"/>
            <ac:grpSpMk id="38" creationId="{B3104AD6-AB2F-07CD-3D68-AD9E26731E4A}"/>
          </ac:grpSpMkLst>
        </pc:grpChg>
        <pc:picChg chg="add mod">
          <ac:chgData name="Clemente Villegas Jose Adan" userId="358eeecf-800f-4053-bdfe-ca2873666dbd" providerId="ADAL" clId="{C9BF66C6-EE2D-4487-B8F4-0ADA10212A64}" dt="2025-11-28T08:23:27.340" v="3609" actId="1076"/>
          <ac:picMkLst>
            <pc:docMk/>
            <pc:sldMk cId="271491706" sldId="295"/>
            <ac:picMk id="4" creationId="{0E522E8A-4F60-D251-8FE5-CD77563B6E5B}"/>
          </ac:picMkLst>
        </pc:picChg>
        <pc:picChg chg="mod">
          <ac:chgData name="Clemente Villegas Jose Adan" userId="358eeecf-800f-4053-bdfe-ca2873666dbd" providerId="ADAL" clId="{C9BF66C6-EE2D-4487-B8F4-0ADA10212A64}" dt="2025-11-28T08:29:19.317" v="3738" actId="14826"/>
          <ac:picMkLst>
            <pc:docMk/>
            <pc:sldMk cId="271491706" sldId="295"/>
            <ac:picMk id="16" creationId="{2AE8B82C-7551-6398-8628-7B69EB4D10DC}"/>
          </ac:picMkLst>
        </pc:picChg>
        <pc:picChg chg="mod">
          <ac:chgData name="Clemente Villegas Jose Adan" userId="358eeecf-800f-4053-bdfe-ca2873666dbd" providerId="ADAL" clId="{C9BF66C6-EE2D-4487-B8F4-0ADA10212A64}" dt="2025-11-28T08:25:35.068" v="3672" actId="14826"/>
          <ac:picMkLst>
            <pc:docMk/>
            <pc:sldMk cId="271491706" sldId="295"/>
            <ac:picMk id="21" creationId="{ADE490CA-04F5-8FBC-49D8-EAB0C130597A}"/>
          </ac:picMkLst>
        </pc:picChg>
        <pc:picChg chg="mod">
          <ac:chgData name="Clemente Villegas Jose Adan" userId="358eeecf-800f-4053-bdfe-ca2873666dbd" providerId="ADAL" clId="{C9BF66C6-EE2D-4487-B8F4-0ADA10212A64}" dt="2025-11-28T08:23:39.685" v="3615"/>
          <ac:picMkLst>
            <pc:docMk/>
            <pc:sldMk cId="271491706" sldId="295"/>
            <ac:picMk id="26" creationId="{AD121D30-DAF7-D9E5-B3C2-86C4DD13DA11}"/>
          </ac:picMkLst>
        </pc:picChg>
        <pc:picChg chg="mod">
          <ac:chgData name="Clemente Villegas Jose Adan" userId="358eeecf-800f-4053-bdfe-ca2873666dbd" providerId="ADAL" clId="{C9BF66C6-EE2D-4487-B8F4-0ADA10212A64}" dt="2025-11-28T08:31:10.191" v="3749" actId="14826"/>
          <ac:picMkLst>
            <pc:docMk/>
            <pc:sldMk cId="271491706" sldId="295"/>
            <ac:picMk id="31" creationId="{DD3EE8C4-870F-4AE1-2B41-BDFAD5F32ACF}"/>
          </ac:picMkLst>
        </pc:picChg>
        <pc:picChg chg="mod">
          <ac:chgData name="Clemente Villegas Jose Adan" userId="358eeecf-800f-4053-bdfe-ca2873666dbd" providerId="ADAL" clId="{C9BF66C6-EE2D-4487-B8F4-0ADA10212A64}" dt="2025-11-28T08:27:24.665" v="3700" actId="14826"/>
          <ac:picMkLst>
            <pc:docMk/>
            <pc:sldMk cId="271491706" sldId="295"/>
            <ac:picMk id="36" creationId="{FA748779-354A-5DBC-9106-9156BCB900EA}"/>
          </ac:picMkLst>
        </pc:picChg>
        <pc:picChg chg="mod">
          <ac:chgData name="Clemente Villegas Jose Adan" userId="358eeecf-800f-4053-bdfe-ca2873666dbd" providerId="ADAL" clId="{C9BF66C6-EE2D-4487-B8F4-0ADA10212A64}" dt="2025-11-28T08:34:42.563" v="3807" actId="14826"/>
          <ac:picMkLst>
            <pc:docMk/>
            <pc:sldMk cId="271491706" sldId="295"/>
            <ac:picMk id="41" creationId="{DD6A8A71-AE2A-1960-2526-9A7F3162F9B3}"/>
          </ac:picMkLst>
        </pc:picChg>
        <pc:picChg chg="add del mod">
          <ac:chgData name="Clemente Villegas Jose Adan" userId="358eeecf-800f-4053-bdfe-ca2873666dbd" providerId="ADAL" clId="{C9BF66C6-EE2D-4487-B8F4-0ADA10212A64}" dt="2025-11-28T08:04:03.400" v="3458" actId="478"/>
          <ac:picMkLst>
            <pc:docMk/>
            <pc:sldMk cId="271491706" sldId="295"/>
            <ac:picMk id="1026" creationId="{49E2EA87-A41E-1846-62D8-9D5DFA710686}"/>
          </ac:picMkLst>
        </pc:picChg>
        <pc:picChg chg="add">
          <ac:chgData name="Clemente Villegas Jose Adan" userId="358eeecf-800f-4053-bdfe-ca2873666dbd" providerId="ADAL" clId="{C9BF66C6-EE2D-4487-B8F4-0ADA10212A64}" dt="2025-11-28T08:25:19.728" v="3667"/>
          <ac:picMkLst>
            <pc:docMk/>
            <pc:sldMk cId="271491706" sldId="295"/>
            <ac:picMk id="1028" creationId="{60B7DB6B-B1E2-8C1E-1707-F7A65877D131}"/>
          </ac:picMkLst>
        </pc:picChg>
        <pc:picChg chg="add del mod">
          <ac:chgData name="Clemente Villegas Jose Adan" userId="358eeecf-800f-4053-bdfe-ca2873666dbd" providerId="ADAL" clId="{C9BF66C6-EE2D-4487-B8F4-0ADA10212A64}" dt="2025-11-28T08:25:31.428" v="3671" actId="21"/>
          <ac:picMkLst>
            <pc:docMk/>
            <pc:sldMk cId="271491706" sldId="295"/>
            <ac:picMk id="1030" creationId="{5162F809-4F34-E4B0-74D5-2C8FB3BB01F1}"/>
          </ac:picMkLst>
        </pc:picChg>
        <pc:picChg chg="add del mod">
          <ac:chgData name="Clemente Villegas Jose Adan" userId="358eeecf-800f-4053-bdfe-ca2873666dbd" providerId="ADAL" clId="{C9BF66C6-EE2D-4487-B8F4-0ADA10212A64}" dt="2025-11-28T08:27:20.658" v="3699" actId="21"/>
          <ac:picMkLst>
            <pc:docMk/>
            <pc:sldMk cId="271491706" sldId="295"/>
            <ac:picMk id="1032" creationId="{9422BFEF-9585-BDA8-4F29-02A8109A778D}"/>
          </ac:picMkLst>
        </pc:picChg>
        <pc:picChg chg="add del mod">
          <ac:chgData name="Clemente Villegas Jose Adan" userId="358eeecf-800f-4053-bdfe-ca2873666dbd" providerId="ADAL" clId="{C9BF66C6-EE2D-4487-B8F4-0ADA10212A64}" dt="2025-11-28T08:29:15.716" v="3737" actId="21"/>
          <ac:picMkLst>
            <pc:docMk/>
            <pc:sldMk cId="271491706" sldId="295"/>
            <ac:picMk id="1034" creationId="{82B2F9BD-032F-04B9-5CA3-222F7827033E}"/>
          </ac:picMkLst>
        </pc:picChg>
        <pc:picChg chg="add del mod">
          <ac:chgData name="Clemente Villegas Jose Adan" userId="358eeecf-800f-4053-bdfe-ca2873666dbd" providerId="ADAL" clId="{C9BF66C6-EE2D-4487-B8F4-0ADA10212A64}" dt="2025-11-28T08:31:03.941" v="3748" actId="21"/>
          <ac:picMkLst>
            <pc:docMk/>
            <pc:sldMk cId="271491706" sldId="295"/>
            <ac:picMk id="1036" creationId="{C68B4369-A39B-2D1E-7D74-F022BD68F721}"/>
          </ac:picMkLst>
        </pc:picChg>
        <pc:picChg chg="add del mod">
          <ac:chgData name="Clemente Villegas Jose Adan" userId="358eeecf-800f-4053-bdfe-ca2873666dbd" providerId="ADAL" clId="{C9BF66C6-EE2D-4487-B8F4-0ADA10212A64}" dt="2025-11-28T08:34:39.768" v="3806" actId="21"/>
          <ac:picMkLst>
            <pc:docMk/>
            <pc:sldMk cId="271491706" sldId="295"/>
            <ac:picMk id="1038" creationId="{8FA3E8FF-EB25-27A7-B3E9-A229479C6CE4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8:59:06.586" v="4076" actId="1076"/>
        <pc:sldMkLst>
          <pc:docMk/>
          <pc:sldMk cId="1051670050" sldId="296"/>
        </pc:sldMkLst>
        <pc:spChg chg="mod">
          <ac:chgData name="Clemente Villegas Jose Adan" userId="358eeecf-800f-4053-bdfe-ca2873666dbd" providerId="ADAL" clId="{C9BF66C6-EE2D-4487-B8F4-0ADA10212A64}" dt="2025-11-27T20:04:39.506" v="1974" actId="20577"/>
          <ac:spMkLst>
            <pc:docMk/>
            <pc:sldMk cId="1051670050" sldId="296"/>
            <ac:spMk id="2" creationId="{4A806D18-B75F-BC2D-AC05-4739CE1E68D3}"/>
          </ac:spMkLst>
        </pc:spChg>
        <pc:spChg chg="mod">
          <ac:chgData name="Clemente Villegas Jose Adan" userId="358eeecf-800f-4053-bdfe-ca2873666dbd" providerId="ADAL" clId="{C9BF66C6-EE2D-4487-B8F4-0ADA10212A64}" dt="2025-11-28T08:59:03.071" v="4075" actId="14100"/>
          <ac:spMkLst>
            <pc:docMk/>
            <pc:sldMk cId="1051670050" sldId="296"/>
            <ac:spMk id="3" creationId="{F37AD43D-601F-33CC-42FF-0B8FD8B7F589}"/>
          </ac:spMkLst>
        </pc:spChg>
        <pc:picChg chg="add mod">
          <ac:chgData name="Clemente Villegas Jose Adan" userId="358eeecf-800f-4053-bdfe-ca2873666dbd" providerId="ADAL" clId="{C9BF66C6-EE2D-4487-B8F4-0ADA10212A64}" dt="2025-11-28T08:59:06.586" v="4076" actId="1076"/>
          <ac:picMkLst>
            <pc:docMk/>
            <pc:sldMk cId="1051670050" sldId="296"/>
            <ac:picMk id="2050" creationId="{B66C2172-71B8-4510-8126-48890BDD2730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9:04:29.894" v="4111" actId="1076"/>
        <pc:sldMkLst>
          <pc:docMk/>
          <pc:sldMk cId="1566374794" sldId="297"/>
        </pc:sldMkLst>
        <pc:spChg chg="mod">
          <ac:chgData name="Clemente Villegas Jose Adan" userId="358eeecf-800f-4053-bdfe-ca2873666dbd" providerId="ADAL" clId="{C9BF66C6-EE2D-4487-B8F4-0ADA10212A64}" dt="2025-11-27T20:07:55.350" v="2237" actId="20577"/>
          <ac:spMkLst>
            <pc:docMk/>
            <pc:sldMk cId="1566374794" sldId="297"/>
            <ac:spMk id="2" creationId="{96B77C6E-E570-36E8-8333-C18B28B860B0}"/>
          </ac:spMkLst>
        </pc:spChg>
        <pc:spChg chg="mod">
          <ac:chgData name="Clemente Villegas Jose Adan" userId="358eeecf-800f-4053-bdfe-ca2873666dbd" providerId="ADAL" clId="{C9BF66C6-EE2D-4487-B8F4-0ADA10212A64}" dt="2025-11-28T09:04:26.716" v="4109" actId="1076"/>
          <ac:spMkLst>
            <pc:docMk/>
            <pc:sldMk cId="1566374794" sldId="297"/>
            <ac:spMk id="3" creationId="{5EFB38E6-3D44-7F27-5450-6ABF561512C6}"/>
          </ac:spMkLst>
        </pc:spChg>
        <pc:spChg chg="add mod">
          <ac:chgData name="Clemente Villegas Jose Adan" userId="358eeecf-800f-4053-bdfe-ca2873666dbd" providerId="ADAL" clId="{C9BF66C6-EE2D-4487-B8F4-0ADA10212A64}" dt="2025-11-28T09:04:16.400" v="4105" actId="1076"/>
          <ac:spMkLst>
            <pc:docMk/>
            <pc:sldMk cId="1566374794" sldId="297"/>
            <ac:spMk id="4" creationId="{ED799961-CD80-9EDA-14CA-04C42E138A42}"/>
          </ac:spMkLst>
        </pc:spChg>
        <pc:picChg chg="add mod">
          <ac:chgData name="Clemente Villegas Jose Adan" userId="358eeecf-800f-4053-bdfe-ca2873666dbd" providerId="ADAL" clId="{C9BF66C6-EE2D-4487-B8F4-0ADA10212A64}" dt="2025-11-28T09:04:29.894" v="4111" actId="1076"/>
          <ac:picMkLst>
            <pc:docMk/>
            <pc:sldMk cId="1566374794" sldId="297"/>
            <ac:picMk id="5" creationId="{E2F526A0-2D40-ACCF-AE85-33E25BAEE06A}"/>
          </ac:picMkLst>
        </pc:picChg>
        <pc:picChg chg="add mod">
          <ac:chgData name="Clemente Villegas Jose Adan" userId="358eeecf-800f-4053-bdfe-ca2873666dbd" providerId="ADAL" clId="{C9BF66C6-EE2D-4487-B8F4-0ADA10212A64}" dt="2025-11-28T09:04:28.143" v="4110" actId="1076"/>
          <ac:picMkLst>
            <pc:docMk/>
            <pc:sldMk cId="1566374794" sldId="297"/>
            <ac:picMk id="3074" creationId="{F891463B-F383-BEBD-5EE1-1C43D22335CE}"/>
          </ac:picMkLst>
        </pc:picChg>
      </pc:sldChg>
      <pc:sldChg chg="addSp delSp modSp add mod">
        <pc:chgData name="Clemente Villegas Jose Adan" userId="358eeecf-800f-4053-bdfe-ca2873666dbd" providerId="ADAL" clId="{C9BF66C6-EE2D-4487-B8F4-0ADA10212A64}" dt="2025-11-28T09:13:10.698" v="4377" actId="21"/>
        <pc:sldMkLst>
          <pc:docMk/>
          <pc:sldMk cId="1577357891" sldId="298"/>
        </pc:sldMkLst>
        <pc:spChg chg="mod">
          <ac:chgData name="Clemente Villegas Jose Adan" userId="358eeecf-800f-4053-bdfe-ca2873666dbd" providerId="ADAL" clId="{C9BF66C6-EE2D-4487-B8F4-0ADA10212A64}" dt="2025-11-27T20:11:58.651" v="2443" actId="20577"/>
          <ac:spMkLst>
            <pc:docMk/>
            <pc:sldMk cId="1577357891" sldId="298"/>
            <ac:spMk id="2" creationId="{CA9960CF-33FC-05E7-B413-3E2AD391FD07}"/>
          </ac:spMkLst>
        </pc:spChg>
        <pc:spChg chg="mod">
          <ac:chgData name="Clemente Villegas Jose Adan" userId="358eeecf-800f-4053-bdfe-ca2873666dbd" providerId="ADAL" clId="{C9BF66C6-EE2D-4487-B8F4-0ADA10212A64}" dt="2025-11-28T09:08:37.945" v="4243" actId="1076"/>
          <ac:spMkLst>
            <pc:docMk/>
            <pc:sldMk cId="1577357891" sldId="298"/>
            <ac:spMk id="3" creationId="{18736622-D6CF-9D46-3F08-F8B057D79236}"/>
          </ac:spMkLst>
        </pc:spChg>
        <pc:spChg chg="add mod">
          <ac:chgData name="Clemente Villegas Jose Adan" userId="358eeecf-800f-4053-bdfe-ca2873666dbd" providerId="ADAL" clId="{C9BF66C6-EE2D-4487-B8F4-0ADA10212A64}" dt="2025-11-28T09:10:34.252" v="4299" actId="242"/>
          <ac:spMkLst>
            <pc:docMk/>
            <pc:sldMk cId="1577357891" sldId="298"/>
            <ac:spMk id="4" creationId="{9A326FD3-E3DD-0633-6593-56BEEF12A761}"/>
          </ac:spMkLst>
        </pc:spChg>
        <pc:spChg chg="add mod">
          <ac:chgData name="Clemente Villegas Jose Adan" userId="358eeecf-800f-4053-bdfe-ca2873666dbd" providerId="ADAL" clId="{C9BF66C6-EE2D-4487-B8F4-0ADA10212A64}" dt="2025-11-28T09:10:41.427" v="4300" actId="113"/>
          <ac:spMkLst>
            <pc:docMk/>
            <pc:sldMk cId="1577357891" sldId="298"/>
            <ac:spMk id="5" creationId="{907BAA7D-147E-772F-D752-9DE266EAB61E}"/>
          </ac:spMkLst>
        </pc:spChg>
        <pc:picChg chg="add del mod">
          <ac:chgData name="Clemente Villegas Jose Adan" userId="358eeecf-800f-4053-bdfe-ca2873666dbd" providerId="ADAL" clId="{C9BF66C6-EE2D-4487-B8F4-0ADA10212A64}" dt="2025-11-28T09:13:10.698" v="4377" actId="21"/>
          <ac:picMkLst>
            <pc:docMk/>
            <pc:sldMk cId="1577357891" sldId="298"/>
            <ac:picMk id="4098" creationId="{A7F22A8F-EF5F-E17C-373E-924EABC47F42}"/>
          </ac:picMkLst>
        </pc:picChg>
        <pc:picChg chg="add mod">
          <ac:chgData name="Clemente Villegas Jose Adan" userId="358eeecf-800f-4053-bdfe-ca2873666dbd" providerId="ADAL" clId="{C9BF66C6-EE2D-4487-B8F4-0ADA10212A64}" dt="2025-11-28T09:13:08.337" v="4376" actId="1076"/>
          <ac:picMkLst>
            <pc:docMk/>
            <pc:sldMk cId="1577357891" sldId="298"/>
            <ac:picMk id="4100" creationId="{6BFE3E87-76C4-B9DF-9FB3-437ABF6DAEC4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9:14:29.358" v="4413" actId="1038"/>
        <pc:sldMkLst>
          <pc:docMk/>
          <pc:sldMk cId="1496142066" sldId="299"/>
        </pc:sldMkLst>
        <pc:spChg chg="mod">
          <ac:chgData name="Clemente Villegas Jose Adan" userId="358eeecf-800f-4053-bdfe-ca2873666dbd" providerId="ADAL" clId="{C9BF66C6-EE2D-4487-B8F4-0ADA10212A64}" dt="2025-11-27T20:14:00.683" v="2481" actId="20577"/>
          <ac:spMkLst>
            <pc:docMk/>
            <pc:sldMk cId="1496142066" sldId="299"/>
            <ac:spMk id="2" creationId="{1532C0D5-94B0-D502-7E2B-6F75881B9D4E}"/>
          </ac:spMkLst>
        </pc:spChg>
        <pc:spChg chg="mod">
          <ac:chgData name="Clemente Villegas Jose Adan" userId="358eeecf-800f-4053-bdfe-ca2873666dbd" providerId="ADAL" clId="{C9BF66C6-EE2D-4487-B8F4-0ADA10212A64}" dt="2025-11-28T09:14:21.221" v="4394" actId="242"/>
          <ac:spMkLst>
            <pc:docMk/>
            <pc:sldMk cId="1496142066" sldId="299"/>
            <ac:spMk id="3" creationId="{EEC48860-5F1D-C121-5255-F7A2806BF244}"/>
          </ac:spMkLst>
        </pc:spChg>
        <pc:picChg chg="add mod">
          <ac:chgData name="Clemente Villegas Jose Adan" userId="358eeecf-800f-4053-bdfe-ca2873666dbd" providerId="ADAL" clId="{C9BF66C6-EE2D-4487-B8F4-0ADA10212A64}" dt="2025-11-28T09:14:29.358" v="4413" actId="1038"/>
          <ac:picMkLst>
            <pc:docMk/>
            <pc:sldMk cId="1496142066" sldId="299"/>
            <ac:picMk id="4098" creationId="{A7F22A8F-EF5F-E17C-373E-924EABC47F42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9:17:05.452" v="4471" actId="1036"/>
        <pc:sldMkLst>
          <pc:docMk/>
          <pc:sldMk cId="1601529066" sldId="300"/>
        </pc:sldMkLst>
        <pc:spChg chg="mod">
          <ac:chgData name="Clemente Villegas Jose Adan" userId="358eeecf-800f-4053-bdfe-ca2873666dbd" providerId="ADAL" clId="{C9BF66C6-EE2D-4487-B8F4-0ADA10212A64}" dt="2025-11-27T20:15:17.779" v="2584" actId="20577"/>
          <ac:spMkLst>
            <pc:docMk/>
            <pc:sldMk cId="1601529066" sldId="300"/>
            <ac:spMk id="2" creationId="{5CC47D2F-7F53-3BFF-07DB-588E981F6CDF}"/>
          </ac:spMkLst>
        </pc:spChg>
        <pc:spChg chg="mod">
          <ac:chgData name="Clemente Villegas Jose Adan" userId="358eeecf-800f-4053-bdfe-ca2873666dbd" providerId="ADAL" clId="{C9BF66C6-EE2D-4487-B8F4-0ADA10212A64}" dt="2025-11-28T09:17:05.452" v="4471" actId="1036"/>
          <ac:spMkLst>
            <pc:docMk/>
            <pc:sldMk cId="1601529066" sldId="300"/>
            <ac:spMk id="3" creationId="{81988746-764F-D19C-D8CD-0EA98FAA1F46}"/>
          </ac:spMkLst>
        </pc:spChg>
        <pc:picChg chg="add mod">
          <ac:chgData name="Clemente Villegas Jose Adan" userId="358eeecf-800f-4053-bdfe-ca2873666dbd" providerId="ADAL" clId="{C9BF66C6-EE2D-4487-B8F4-0ADA10212A64}" dt="2025-11-28T09:16:22.094" v="4424" actId="1076"/>
          <ac:picMkLst>
            <pc:docMk/>
            <pc:sldMk cId="1601529066" sldId="300"/>
            <ac:picMk id="5122" creationId="{95823907-AEC5-3DBF-9EE1-FD79DB2AC5E2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9:33:40.848" v="4510" actId="1038"/>
        <pc:sldMkLst>
          <pc:docMk/>
          <pc:sldMk cId="2831178374" sldId="301"/>
        </pc:sldMkLst>
        <pc:spChg chg="mod">
          <ac:chgData name="Clemente Villegas Jose Adan" userId="358eeecf-800f-4053-bdfe-ca2873666dbd" providerId="ADAL" clId="{C9BF66C6-EE2D-4487-B8F4-0ADA10212A64}" dt="2025-11-27T20:20:22.251" v="2696" actId="20577"/>
          <ac:spMkLst>
            <pc:docMk/>
            <pc:sldMk cId="2831178374" sldId="301"/>
            <ac:spMk id="2" creationId="{4C58F20C-2211-F365-17F0-5A480A1C67E2}"/>
          </ac:spMkLst>
        </pc:spChg>
        <pc:spChg chg="mod">
          <ac:chgData name="Clemente Villegas Jose Adan" userId="358eeecf-800f-4053-bdfe-ca2873666dbd" providerId="ADAL" clId="{C9BF66C6-EE2D-4487-B8F4-0ADA10212A64}" dt="2025-11-28T09:33:40.848" v="4510" actId="1038"/>
          <ac:spMkLst>
            <pc:docMk/>
            <pc:sldMk cId="2831178374" sldId="301"/>
            <ac:spMk id="3" creationId="{CA2E0393-F485-F4A5-6A88-6039FFC7B2DD}"/>
          </ac:spMkLst>
        </pc:spChg>
        <pc:spChg chg="add">
          <ac:chgData name="Clemente Villegas Jose Adan" userId="358eeecf-800f-4053-bdfe-ca2873666dbd" providerId="ADAL" clId="{C9BF66C6-EE2D-4487-B8F4-0ADA10212A64}" dt="2025-11-28T09:19:14.015" v="4472"/>
          <ac:spMkLst>
            <pc:docMk/>
            <pc:sldMk cId="2831178374" sldId="301"/>
            <ac:spMk id="4" creationId="{DC160504-097B-FA75-7CB6-1586E2421C94}"/>
          </ac:spMkLst>
        </pc:spChg>
        <pc:picChg chg="add mod">
          <ac:chgData name="Clemente Villegas Jose Adan" userId="358eeecf-800f-4053-bdfe-ca2873666dbd" providerId="ADAL" clId="{C9BF66C6-EE2D-4487-B8F4-0ADA10212A64}" dt="2025-11-28T09:33:28.371" v="4496" actId="1076"/>
          <ac:picMkLst>
            <pc:docMk/>
            <pc:sldMk cId="2831178374" sldId="301"/>
            <ac:picMk id="5" creationId="{A418C381-BB19-BC94-8CF3-81FA1826FCE9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9:45:54.684" v="4580" actId="1076"/>
        <pc:sldMkLst>
          <pc:docMk/>
          <pc:sldMk cId="3647556603" sldId="302"/>
        </pc:sldMkLst>
        <pc:spChg chg="mod">
          <ac:chgData name="Clemente Villegas Jose Adan" userId="358eeecf-800f-4053-bdfe-ca2873666dbd" providerId="ADAL" clId="{C9BF66C6-EE2D-4487-B8F4-0ADA10212A64}" dt="2025-11-27T22:55:04.556" v="3172" actId="20577"/>
          <ac:spMkLst>
            <pc:docMk/>
            <pc:sldMk cId="3647556603" sldId="302"/>
            <ac:spMk id="2" creationId="{52AF6616-E996-A26B-7C0E-0A633C19C3A6}"/>
          </ac:spMkLst>
        </pc:spChg>
        <pc:spChg chg="mod">
          <ac:chgData name="Clemente Villegas Jose Adan" userId="358eeecf-800f-4053-bdfe-ca2873666dbd" providerId="ADAL" clId="{C9BF66C6-EE2D-4487-B8F4-0ADA10212A64}" dt="2025-11-28T09:45:27.057" v="4568" actId="120"/>
          <ac:spMkLst>
            <pc:docMk/>
            <pc:sldMk cId="3647556603" sldId="302"/>
            <ac:spMk id="3" creationId="{08182CE8-EAA8-1AC9-5342-4167EE137566}"/>
          </ac:spMkLst>
        </pc:spChg>
        <pc:picChg chg="add mod">
          <ac:chgData name="Clemente Villegas Jose Adan" userId="358eeecf-800f-4053-bdfe-ca2873666dbd" providerId="ADAL" clId="{C9BF66C6-EE2D-4487-B8F4-0ADA10212A64}" dt="2025-11-28T09:45:54.684" v="4580" actId="1076"/>
          <ac:picMkLst>
            <pc:docMk/>
            <pc:sldMk cId="3647556603" sldId="302"/>
            <ac:picMk id="5" creationId="{86EE5742-66B9-C22E-E4C5-51289CBC9A20}"/>
          </ac:picMkLst>
        </pc:picChg>
        <pc:picChg chg="add mod">
          <ac:chgData name="Clemente Villegas Jose Adan" userId="358eeecf-800f-4053-bdfe-ca2873666dbd" providerId="ADAL" clId="{C9BF66C6-EE2D-4487-B8F4-0ADA10212A64}" dt="2025-11-28T09:45:52.064" v="4579" actId="1076"/>
          <ac:picMkLst>
            <pc:docMk/>
            <pc:sldMk cId="3647556603" sldId="302"/>
            <ac:picMk id="7" creationId="{4812910B-76D3-A44A-D993-254C48472FAA}"/>
          </ac:picMkLst>
        </pc:picChg>
      </pc:sldChg>
      <pc:sldChg chg="addSp delSp modSp add mod">
        <pc:chgData name="Clemente Villegas Jose Adan" userId="358eeecf-800f-4053-bdfe-ca2873666dbd" providerId="ADAL" clId="{C9BF66C6-EE2D-4487-B8F4-0ADA10212A64}" dt="2025-11-28T08:54:29.532" v="4059" actId="1076"/>
        <pc:sldMkLst>
          <pc:docMk/>
          <pc:sldMk cId="3494055016" sldId="303"/>
        </pc:sldMkLst>
        <pc:spChg chg="mod">
          <ac:chgData name="Clemente Villegas Jose Adan" userId="358eeecf-800f-4053-bdfe-ca2873666dbd" providerId="ADAL" clId="{C9BF66C6-EE2D-4487-B8F4-0ADA10212A64}" dt="2025-11-28T08:45:30.695" v="3821" actId="242"/>
          <ac:spMkLst>
            <pc:docMk/>
            <pc:sldMk cId="3494055016" sldId="303"/>
            <ac:spMk id="3" creationId="{27F8C760-B106-B3C2-9719-6A2EBCDCAB3B}"/>
          </ac:spMkLst>
        </pc:spChg>
        <pc:spChg chg="add">
          <ac:chgData name="Clemente Villegas Jose Adan" userId="358eeecf-800f-4053-bdfe-ca2873666dbd" providerId="ADAL" clId="{C9BF66C6-EE2D-4487-B8F4-0ADA10212A64}" dt="2025-11-27T23:22:56.541" v="3392"/>
          <ac:spMkLst>
            <pc:docMk/>
            <pc:sldMk cId="3494055016" sldId="303"/>
            <ac:spMk id="4" creationId="{3AA441D5-6BDA-938C-90A1-BED09885DD1E}"/>
          </ac:spMkLst>
        </pc:spChg>
        <pc:graphicFrameChg chg="add mod modGraphic">
          <ac:chgData name="Clemente Villegas Jose Adan" userId="358eeecf-800f-4053-bdfe-ca2873666dbd" providerId="ADAL" clId="{C9BF66C6-EE2D-4487-B8F4-0ADA10212A64}" dt="2025-11-28T08:54:24.226" v="4058"/>
          <ac:graphicFrameMkLst>
            <pc:docMk/>
            <pc:sldMk cId="3494055016" sldId="303"/>
            <ac:graphicFrameMk id="5" creationId="{C2CE2190-4423-D4FC-4BBB-5C02B754937B}"/>
          </ac:graphicFrameMkLst>
        </pc:graphicFrameChg>
        <pc:picChg chg="add del mod modCrop">
          <ac:chgData name="Clemente Villegas Jose Adan" userId="358eeecf-800f-4053-bdfe-ca2873666dbd" providerId="ADAL" clId="{C9BF66C6-EE2D-4487-B8F4-0ADA10212A64}" dt="2025-11-27T23:24:31.459" v="3403" actId="478"/>
          <ac:picMkLst>
            <pc:docMk/>
            <pc:sldMk cId="3494055016" sldId="303"/>
            <ac:picMk id="5" creationId="{71DEA5EB-27B4-CC66-CEF6-8B75A56FACDB}"/>
          </ac:picMkLst>
        </pc:picChg>
        <pc:picChg chg="add mod">
          <ac:chgData name="Clemente Villegas Jose Adan" userId="358eeecf-800f-4053-bdfe-ca2873666dbd" providerId="ADAL" clId="{C9BF66C6-EE2D-4487-B8F4-0ADA10212A64}" dt="2025-11-28T08:54:29.532" v="4059" actId="1076"/>
          <ac:picMkLst>
            <pc:docMk/>
            <pc:sldMk cId="3494055016" sldId="303"/>
            <ac:picMk id="2052" creationId="{4E24AC99-F86C-30AD-53DC-D02CED93BAF4}"/>
          </ac:picMkLst>
        </pc:picChg>
      </pc:sldChg>
      <pc:sldChg chg="add del">
        <pc:chgData name="Clemente Villegas Jose Adan" userId="358eeecf-800f-4053-bdfe-ca2873666dbd" providerId="ADAL" clId="{C9BF66C6-EE2D-4487-B8F4-0ADA10212A64}" dt="2025-11-28T09:35:09.418" v="4514" actId="2696"/>
        <pc:sldMkLst>
          <pc:docMk/>
          <pc:sldMk cId="394353605" sldId="304"/>
        </pc:sldMkLst>
      </pc:sldChg>
      <pc:sldMasterChg chg="modSldLayout">
        <pc:chgData name="Clemente Villegas Jose Adan" userId="358eeecf-800f-4053-bdfe-ca2873666dbd" providerId="ADAL" clId="{C9BF66C6-EE2D-4487-B8F4-0ADA10212A64}" dt="2025-11-28T06:48:57.744" v="3427" actId="167"/>
        <pc:sldMasterMkLst>
          <pc:docMk/>
          <pc:sldMasterMk cId="859240982" sldId="2147483648"/>
        </pc:sldMasterMkLst>
        <pc:sldLayoutChg chg="modSp mod">
          <pc:chgData name="Clemente Villegas Jose Adan" userId="358eeecf-800f-4053-bdfe-ca2873666dbd" providerId="ADAL" clId="{C9BF66C6-EE2D-4487-B8F4-0ADA10212A64}" dt="2025-11-28T06:44:56.838" v="3420" actId="1076"/>
          <pc:sldLayoutMkLst>
            <pc:docMk/>
            <pc:sldMasterMk cId="859240982" sldId="2147483648"/>
            <pc:sldLayoutMk cId="345679920" sldId="2147483649"/>
          </pc:sldLayoutMkLst>
          <pc:spChg chg="mod">
            <ac:chgData name="Clemente Villegas Jose Adan" userId="358eeecf-800f-4053-bdfe-ca2873666dbd" providerId="ADAL" clId="{C9BF66C6-EE2D-4487-B8F4-0ADA10212A64}" dt="2025-11-28T06:34:36.355" v="3417" actId="1076"/>
            <ac:spMkLst>
              <pc:docMk/>
              <pc:sldMasterMk cId="859240982" sldId="2147483648"/>
              <pc:sldLayoutMk cId="345679920" sldId="2147483649"/>
              <ac:spMk id="5" creationId="{7BE487F1-57F4-6865-F7AF-AFC79A26DB21}"/>
            </ac:spMkLst>
          </pc:spChg>
          <pc:picChg chg="mod">
            <ac:chgData name="Clemente Villegas Jose Adan" userId="358eeecf-800f-4053-bdfe-ca2873666dbd" providerId="ADAL" clId="{C9BF66C6-EE2D-4487-B8F4-0ADA10212A64}" dt="2025-11-28T06:44:56.838" v="3420" actId="1076"/>
            <ac:picMkLst>
              <pc:docMk/>
              <pc:sldMasterMk cId="859240982" sldId="2147483648"/>
              <pc:sldLayoutMk cId="345679920" sldId="2147483649"/>
              <ac:picMk id="4" creationId="{8D497435-8A31-28F1-F628-FA88B7E4F649}"/>
            </ac:picMkLst>
          </pc:picChg>
        </pc:sldLayoutChg>
        <pc:sldLayoutChg chg="modSp mod">
          <pc:chgData name="Clemente Villegas Jose Adan" userId="358eeecf-800f-4053-bdfe-ca2873666dbd" providerId="ADAL" clId="{C9BF66C6-EE2D-4487-B8F4-0ADA10212A64}" dt="2025-11-28T06:48:57.744" v="3427" actId="167"/>
          <pc:sldLayoutMkLst>
            <pc:docMk/>
            <pc:sldMasterMk cId="859240982" sldId="2147483648"/>
            <pc:sldLayoutMk cId="799013342" sldId="2147483650"/>
          </pc:sldLayoutMkLst>
          <pc:grpChg chg="mod">
            <ac:chgData name="Clemente Villegas Jose Adan" userId="358eeecf-800f-4053-bdfe-ca2873666dbd" providerId="ADAL" clId="{C9BF66C6-EE2D-4487-B8F4-0ADA10212A64}" dt="2025-11-28T06:47:02.082" v="3425" actId="1076"/>
            <ac:grpSpMkLst>
              <pc:docMk/>
              <pc:sldMasterMk cId="859240982" sldId="2147483648"/>
              <pc:sldLayoutMk cId="799013342" sldId="2147483650"/>
              <ac:grpSpMk id="4" creationId="{2C169EAE-2086-4120-DB61-8B55E480432C}"/>
            </ac:grpSpMkLst>
          </pc:grpChg>
          <pc:picChg chg="mod ord">
            <ac:chgData name="Clemente Villegas Jose Adan" userId="358eeecf-800f-4053-bdfe-ca2873666dbd" providerId="ADAL" clId="{C9BF66C6-EE2D-4487-B8F4-0ADA10212A64}" dt="2025-11-28T06:48:57.744" v="3427" actId="167"/>
            <ac:picMkLst>
              <pc:docMk/>
              <pc:sldMasterMk cId="859240982" sldId="2147483648"/>
              <pc:sldLayoutMk cId="799013342" sldId="2147483650"/>
              <ac:picMk id="10" creationId="{761369FD-638E-B379-6B00-E0D0F7312EB7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F8444F-1A95-466F-96DC-CFD5FABF51AB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7E1F-E91E-4F38-B2C4-55D145103C6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3400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orma, Flecha&#10;&#10;El contenido generado por IA puede ser incorrecto.">
            <a:extLst>
              <a:ext uri="{FF2B5EF4-FFF2-40B4-BE49-F238E27FC236}">
                <a16:creationId xmlns:a16="http://schemas.microsoft.com/office/drawing/2014/main" id="{8D497435-8A31-28F1-F628-FA88B7E4F6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6"/>
          <a:stretch>
            <a:fillRect/>
          </a:stretch>
        </p:blipFill>
        <p:spPr>
          <a:xfrm>
            <a:off x="0" y="-1"/>
            <a:ext cx="12192000" cy="603929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C66CDF12-A74B-B412-5D30-CE127A222F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1365" y="909705"/>
            <a:ext cx="7835530" cy="3301342"/>
          </a:xfrm>
        </p:spPr>
        <p:txBody>
          <a:bodyPr/>
          <a:lstStyle>
            <a:lvl1pPr marL="0" indent="0" algn="ctr">
              <a:buNone/>
              <a:defRPr sz="2200" b="1">
                <a:solidFill>
                  <a:schemeClr val="tx1"/>
                </a:solidFill>
                <a:latin typeface="Visby" pitchFamily="50" charset="0"/>
              </a:defRPr>
            </a:lvl1pPr>
          </a:lstStyle>
          <a:p>
            <a:pPr lvl="0"/>
            <a:r>
              <a:rPr lang="es-MX" dirty="0"/>
              <a:t>Título</a:t>
            </a:r>
          </a:p>
          <a:p>
            <a:pPr lvl="0"/>
            <a:endParaRPr lang="es-MX" dirty="0"/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0DF9EB65-ACCD-4705-5932-1CDA2C0EDE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1365" y="4285361"/>
            <a:ext cx="7835531" cy="1594050"/>
          </a:xfrm>
          <a:solidFill>
            <a:schemeClr val="bg1">
              <a:alpha val="90049"/>
            </a:schemeClr>
          </a:solidFill>
        </p:spPr>
        <p:txBody>
          <a:bodyPr/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Visby" pitchFamily="2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E487F1-57F4-6865-F7AF-AFC79A26DB21}"/>
              </a:ext>
            </a:extLst>
          </p:cNvPr>
          <p:cNvSpPr txBox="1"/>
          <p:nvPr userDrawn="1"/>
        </p:nvSpPr>
        <p:spPr>
          <a:xfrm>
            <a:off x="105104" y="5905611"/>
            <a:ext cx="11981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rgbClr val="706231"/>
                </a:solidFill>
                <a:latin typeface="Visby CF Bold" panose="00000800000000000000" pitchFamily="2" charset="0"/>
              </a:rPr>
              <a:t>Facultad de Ingeniería Tampico – Universidad Autónoma de Tamaulipas</a:t>
            </a:r>
            <a:endParaRPr lang="es-MX" sz="2400" dirty="0">
              <a:solidFill>
                <a:srgbClr val="706231"/>
              </a:solidFill>
              <a:latin typeface="Visby CF Bold" panose="00000800000000000000" pitchFamily="2" charset="0"/>
            </a:endParaRPr>
          </a:p>
        </p:txBody>
      </p:sp>
      <p:pic>
        <p:nvPicPr>
          <p:cNvPr id="10" name="Imagen 3" descr="Forma, Flecha&#10;&#10;El contenido generado por IA puede ser incorrecto.">
            <a:extLst>
              <a:ext uri="{FF2B5EF4-FFF2-40B4-BE49-F238E27FC236}">
                <a16:creationId xmlns:a16="http://schemas.microsoft.com/office/drawing/2014/main" id="{CEBE9882-573F-7055-B0E1-A2EC3A6A46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525"/>
          <a:stretch>
            <a:fillRect/>
          </a:stretch>
        </p:blipFill>
        <p:spPr>
          <a:xfrm>
            <a:off x="0" y="6312300"/>
            <a:ext cx="12192000" cy="54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79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761369FD-638E-B379-6B00-E0D0F7312E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56" y="0"/>
            <a:ext cx="12192000" cy="6856286"/>
          </a:xfrm>
          <a:prstGeom prst="rect">
            <a:avLst/>
          </a:prstGeom>
        </p:spPr>
      </p:pic>
      <p:sp>
        <p:nvSpPr>
          <p:cNvPr id="12" name="Rectángulo 6">
            <a:extLst>
              <a:ext uri="{FF2B5EF4-FFF2-40B4-BE49-F238E27FC236}">
                <a16:creationId xmlns:a16="http://schemas.microsoft.com/office/drawing/2014/main" id="{EF4F3209-4D4F-5191-27C4-A63718295834}"/>
              </a:ext>
            </a:extLst>
          </p:cNvPr>
          <p:cNvSpPr/>
          <p:nvPr userDrawn="1"/>
        </p:nvSpPr>
        <p:spPr>
          <a:xfrm>
            <a:off x="0" y="1113609"/>
            <a:ext cx="10363200" cy="7299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isby" pitchFamily="2" charset="0"/>
              <a:ea typeface="+mn-ea"/>
              <a:cs typeface="+mn-cs"/>
            </a:endParaRPr>
          </a:p>
        </p:txBody>
      </p:sp>
      <p:sp>
        <p:nvSpPr>
          <p:cNvPr id="2" name="Marcador de texto 14">
            <a:extLst>
              <a:ext uri="{FF2B5EF4-FFF2-40B4-BE49-F238E27FC236}">
                <a16:creationId xmlns:a16="http://schemas.microsoft.com/office/drawing/2014/main" id="{FF7A8CC8-D837-DBBA-59C2-587409139E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623" y="1216986"/>
            <a:ext cx="10142128" cy="52322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Visby" pitchFamily="50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3" name="Marcador de texto 14">
            <a:extLst>
              <a:ext uri="{FF2B5EF4-FFF2-40B4-BE49-F238E27FC236}">
                <a16:creationId xmlns:a16="http://schemas.microsoft.com/office/drawing/2014/main" id="{930F2702-EFE5-E771-62A6-84E7AA2BC0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1914" y="2164487"/>
            <a:ext cx="11488172" cy="347652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</a:defRPr>
            </a:lvl1pPr>
          </a:lstStyle>
          <a:p>
            <a:r>
              <a:rPr lang="es-ES" dirty="0">
                <a:latin typeface="Visby CF Medium" panose="00000600000000000000" pitchFamily="2" charset="0"/>
              </a:rPr>
              <a:t>Texto</a:t>
            </a:r>
            <a:endParaRPr lang="es-MX" dirty="0">
              <a:latin typeface="Visby CF Medium" panose="00000600000000000000" pitchFamily="2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C169EAE-2086-4120-DB61-8B55E480432C}"/>
              </a:ext>
            </a:extLst>
          </p:cNvPr>
          <p:cNvGrpSpPr/>
          <p:nvPr userDrawn="1"/>
        </p:nvGrpSpPr>
        <p:grpSpPr>
          <a:xfrm>
            <a:off x="690311" y="189054"/>
            <a:ext cx="10811378" cy="603650"/>
            <a:chOff x="690311" y="189054"/>
            <a:chExt cx="10811378" cy="603650"/>
          </a:xfrm>
        </p:grpSpPr>
        <p:pic>
          <p:nvPicPr>
            <p:cNvPr id="7" name="Imagen 6" descr="Logotipo&#10;&#10;El contenido generado por IA puede ser incorrecto.">
              <a:extLst>
                <a:ext uri="{FF2B5EF4-FFF2-40B4-BE49-F238E27FC236}">
                  <a16:creationId xmlns:a16="http://schemas.microsoft.com/office/drawing/2014/main" id="{23AA32CC-2643-3F41-F4C2-51B41AB432E9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311" y="189054"/>
              <a:ext cx="2776789" cy="603650"/>
            </a:xfrm>
            <a:prstGeom prst="rect">
              <a:avLst/>
            </a:prstGeom>
          </p:spPr>
        </p:pic>
        <p:pic>
          <p:nvPicPr>
            <p:cNvPr id="8" name="Imagen 7" descr="Texto&#10;&#10;El contenido generado por IA puede ser incorrecto.">
              <a:extLst>
                <a:ext uri="{FF2B5EF4-FFF2-40B4-BE49-F238E27FC236}">
                  <a16:creationId xmlns:a16="http://schemas.microsoft.com/office/drawing/2014/main" id="{875488A7-AB0C-33EE-74FF-940E267C62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4131" y="189054"/>
              <a:ext cx="1827558" cy="6036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901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D62C8-5C97-FBCE-DC98-5A24BC9E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799899-5489-5EEB-0888-EDD52E042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9828BF-DD8D-9D78-2A4C-FE8012067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44ED0A-90A9-5735-85E3-A019845A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64DCB0-ADF3-958E-818C-D1DEB2CB1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857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08C21-1A1E-F80C-0C7F-68D916FEC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C9CBA6-6764-3435-3004-1B2EC167A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FF6483-3AB1-2D52-78B4-57BC1B643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104AAE-8E47-5328-372B-736FBF509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DA2AA8-A42A-B352-BB13-D9A36D7E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8DA0BE-48AA-550B-8D00-2E296C1E0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957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BC0E1-8AF6-2E64-C60B-A389B315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41F077-5A0B-B75B-B6A2-343434177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59FE05-28CB-9729-7D99-D3F02BF50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74BF35-E3B8-EC3A-D47F-379B696D5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8F5950-50A6-508F-D6F4-FC310466A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6400275-200C-9274-0E64-983B4E228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28F51DB-EAD7-72E0-6C68-129313E86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6937A85-804A-7EAC-8144-E33D2CA5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2184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D9AEE-6D5F-203A-074E-09312D54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33B7674-AD36-FC59-DFC4-75CBE0B19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903A8-0B8A-41A3-89D0-C6C4E09DC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FF1174-943F-9DEB-C742-D67FD599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591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3360E5-E9F7-7909-72F9-CF0BFBC17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A89B8C6-FC46-CB4A-DFF3-249399001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EF1A30-57B2-3FEE-3D07-C2987DA3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D83501-77DE-63CC-81CF-220F1CA9DC53}"/>
              </a:ext>
            </a:extLst>
          </p:cNvPr>
          <p:cNvSpPr txBox="1"/>
          <p:nvPr userDrawn="1"/>
        </p:nvSpPr>
        <p:spPr>
          <a:xfrm>
            <a:off x="3072740" y="3312617"/>
            <a:ext cx="6145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X" dirty="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5EE91C-F92F-8593-08C9-33F2AA3D14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A83FA4-59F8-F3C9-3B2A-A321E10DE29E}"/>
              </a:ext>
            </a:extLst>
          </p:cNvPr>
          <p:cNvSpPr txBox="1"/>
          <p:nvPr userDrawn="1"/>
        </p:nvSpPr>
        <p:spPr>
          <a:xfrm>
            <a:off x="1805456" y="2354317"/>
            <a:ext cx="4466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sz="2400" b="1" i="0" dirty="0">
                <a:solidFill>
                  <a:schemeClr val="bg1"/>
                </a:solidFill>
                <a:latin typeface="Visby" pitchFamily="2" charset="0"/>
              </a:rPr>
              <a:t>Contenido de la Presentación</a:t>
            </a:r>
          </a:p>
        </p:txBody>
      </p:sp>
      <p:sp>
        <p:nvSpPr>
          <p:cNvPr id="15" name="Rectángulo 5">
            <a:extLst>
              <a:ext uri="{FF2B5EF4-FFF2-40B4-BE49-F238E27FC236}">
                <a16:creationId xmlns:a16="http://schemas.microsoft.com/office/drawing/2014/main" id="{AADCA154-4A6B-ADF2-7BCD-6E4D4DE3035B}"/>
              </a:ext>
            </a:extLst>
          </p:cNvPr>
          <p:cNvSpPr/>
          <p:nvPr userDrawn="1"/>
        </p:nvSpPr>
        <p:spPr>
          <a:xfrm>
            <a:off x="92168" y="2815982"/>
            <a:ext cx="6935953" cy="3403843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spcAft>
                <a:spcPts val="600"/>
              </a:spcAft>
              <a:buSzPct val="60000"/>
            </a:pPr>
            <a:endParaRPr lang="es-MX" sz="22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F7E78EE-8A5D-89E2-0BA3-6A740290FE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224" y="2955924"/>
            <a:ext cx="3168725" cy="3136531"/>
          </a:xfrm>
        </p:spPr>
        <p:txBody>
          <a:bodyPr/>
          <a:lstStyle>
            <a:lvl1pPr>
              <a:buNone/>
              <a:defRPr>
                <a:latin typeface="Visby Medium" pitchFamily="2" charset="0"/>
              </a:defRPr>
            </a:lvl1pPr>
          </a:lstStyle>
          <a:p>
            <a:pPr lvl="0"/>
            <a:r>
              <a:rPr lang="en-MX" dirty="0"/>
              <a:t>Contenido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24C615E-28C5-7691-A218-272B1612FD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2186" y="2955924"/>
            <a:ext cx="3168725" cy="3136531"/>
          </a:xfrm>
        </p:spPr>
        <p:txBody>
          <a:bodyPr/>
          <a:lstStyle>
            <a:lvl1pPr>
              <a:buNone/>
              <a:defRPr>
                <a:latin typeface="Visby Medium" pitchFamily="2" charset="0"/>
              </a:defRPr>
            </a:lvl1pPr>
          </a:lstStyle>
          <a:p>
            <a:pPr lvl="0"/>
            <a:r>
              <a:rPr lang="en-MX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1064194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BF026-557C-D3EB-A2C5-3E4715FE2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16CFA5-0A84-D099-897D-0A7885482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A86AF4-8D06-249C-3B04-5C853E415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DB8036-8653-B1B4-9481-AE2357A56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43B639-C214-7575-3C56-1BC8156C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D66D65-1581-7C81-C56C-92724B578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2745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50742-D84B-432D-FE55-4514C4B6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FB1AE6-5951-7FA5-AF47-E288DAC82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D5A10C-4F9A-BB4E-8C47-AAC86A22A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1D4A9F-1691-9D90-9CE5-D399F884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FC6C49-B27C-A6AA-587C-3650E29AA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4EF0DE9-EA76-ED4F-1586-1F46019F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44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AA2C6-082C-8183-2F12-218A7AE2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349189F-5443-853A-310A-82801526B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ADB39D-B6AA-4348-6F31-FFF494F53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36B09-A35C-45BE-64A6-B2AAFB598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2A92A3-F25B-DBFE-B8C5-30456B89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5483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fin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60347891-BBD1-DAF4-A7AC-C27EACE639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4" y="1714"/>
            <a:ext cx="12192000" cy="6856286"/>
          </a:xfrm>
          <a:prstGeom prst="rect">
            <a:avLst/>
          </a:prstGeom>
        </p:spPr>
      </p:pic>
      <p:pic>
        <p:nvPicPr>
          <p:cNvPr id="8" name="Imagen 7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AA739A6-FB94-1AC8-AD36-B18ECF20BDB9}"/>
              </a:ext>
            </a:extLst>
          </p:cNvPr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036"/>
          <a:stretch/>
        </p:blipFill>
        <p:spPr>
          <a:xfrm>
            <a:off x="7474358" y="1614741"/>
            <a:ext cx="3471680" cy="3023622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FF0E687-1F50-4B0B-52EE-EF4FDBD74763}"/>
              </a:ext>
            </a:extLst>
          </p:cNvPr>
          <p:cNvSpPr/>
          <p:nvPr userDrawn="1"/>
        </p:nvSpPr>
        <p:spPr>
          <a:xfrm>
            <a:off x="1" y="6204279"/>
            <a:ext cx="12191999" cy="642796"/>
          </a:xfrm>
          <a:prstGeom prst="rect">
            <a:avLst/>
          </a:prstGeom>
          <a:gradFill>
            <a:gsLst>
              <a:gs pos="0">
                <a:srgbClr val="ED1F27"/>
              </a:gs>
              <a:gs pos="100000">
                <a:srgbClr val="54040E"/>
              </a:gs>
            </a:gsLst>
            <a:lin ang="5400000" scaled="1"/>
          </a:gradFill>
          <a:ln>
            <a:solidFill>
              <a:srgbClr val="84071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385847EA-F2D4-9ADC-ED07-72015A7F82C3}"/>
              </a:ext>
            </a:extLst>
          </p:cNvPr>
          <p:cNvGrpSpPr/>
          <p:nvPr userDrawn="1"/>
        </p:nvGrpSpPr>
        <p:grpSpPr>
          <a:xfrm>
            <a:off x="690311" y="189054"/>
            <a:ext cx="10811378" cy="603650"/>
            <a:chOff x="690311" y="189054"/>
            <a:chExt cx="10811378" cy="603650"/>
          </a:xfrm>
        </p:grpSpPr>
        <p:pic>
          <p:nvPicPr>
            <p:cNvPr id="3" name="Imagen 2" descr="Logotipo&#10;&#10;El contenido generado por IA puede ser incorrecto.">
              <a:extLst>
                <a:ext uri="{FF2B5EF4-FFF2-40B4-BE49-F238E27FC236}">
                  <a16:creationId xmlns:a16="http://schemas.microsoft.com/office/drawing/2014/main" id="{34610416-50D1-CED4-E97E-A20C934048F9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311" y="189054"/>
              <a:ext cx="2776789" cy="603650"/>
            </a:xfrm>
            <a:prstGeom prst="rect">
              <a:avLst/>
            </a:prstGeom>
          </p:spPr>
        </p:pic>
        <p:pic>
          <p:nvPicPr>
            <p:cNvPr id="10" name="Imagen 9" descr="Texto&#10;&#10;El contenido generado por IA puede ser incorrecto.">
              <a:extLst>
                <a:ext uri="{FF2B5EF4-FFF2-40B4-BE49-F238E27FC236}">
                  <a16:creationId xmlns:a16="http://schemas.microsoft.com/office/drawing/2014/main" id="{BA680795-B410-E431-B459-1E6FD76CD9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4131" y="189054"/>
              <a:ext cx="1827558" cy="603650"/>
            </a:xfrm>
            <a:prstGeom prst="rect">
              <a:avLst/>
            </a:prstGeom>
          </p:spPr>
        </p:pic>
      </p:grpSp>
      <p:sp>
        <p:nvSpPr>
          <p:cNvPr id="2" name="CuadroTexto 4">
            <a:extLst>
              <a:ext uri="{FF2B5EF4-FFF2-40B4-BE49-F238E27FC236}">
                <a16:creationId xmlns:a16="http://schemas.microsoft.com/office/drawing/2014/main" id="{3117728E-E228-2C03-0D39-54349411D987}"/>
              </a:ext>
            </a:extLst>
          </p:cNvPr>
          <p:cNvSpPr txBox="1"/>
          <p:nvPr userDrawn="1"/>
        </p:nvSpPr>
        <p:spPr>
          <a:xfrm>
            <a:off x="892191" y="1898241"/>
            <a:ext cx="520380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Edwardian Script ITC" pitchFamily="66" charset="0"/>
                <a:cs typeface="Estrangelo Edessa" pitchFamily="66" charset="0"/>
              </a:rPr>
              <a:t>Por su atención,</a:t>
            </a:r>
          </a:p>
          <a:p>
            <a:pPr algn="ctr"/>
            <a:r>
              <a:rPr lang="es-MX" sz="12800" dirty="0">
                <a:latin typeface="Edwardian Script ITC" pitchFamily="66" charset="0"/>
                <a:cs typeface="Estrangelo Edessa" pitchFamily="66" charset="0"/>
              </a:rPr>
              <a:t>¡Gracias!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2758028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6DA813C-ACF3-8130-64A6-CB98490E9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5A6CF6-A538-D99D-FD23-948ED6DFB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D911FC-1C71-686A-F338-5CF803E40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C222E0-CCF5-2A18-E348-092BE6E4A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CuadroTexto 7">
            <a:extLst>
              <a:ext uri="{FF2B5EF4-FFF2-40B4-BE49-F238E27FC236}">
                <a16:creationId xmlns:a16="http://schemas.microsoft.com/office/drawing/2014/main" id="{0DACA935-7AE1-AA85-62B5-D23AA3B6248D}"/>
              </a:ext>
            </a:extLst>
          </p:cNvPr>
          <p:cNvSpPr txBox="1"/>
          <p:nvPr userDrawn="1"/>
        </p:nvSpPr>
        <p:spPr>
          <a:xfrm>
            <a:off x="10858498" y="6396335"/>
            <a:ext cx="1333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F0ADD4-7EF8-294E-826F-BB26E85AA437}" type="slidenum">
              <a:rPr kumimoji="0" lang="es-MX" sz="2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s-MX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22</a:t>
            </a:r>
          </a:p>
        </p:txBody>
      </p:sp>
    </p:spTree>
    <p:extLst>
      <p:ext uri="{BB962C8B-B14F-4D97-AF65-F5344CB8AC3E}">
        <p14:creationId xmlns:p14="http://schemas.microsoft.com/office/powerpoint/2010/main" val="85924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E13820-030B-CEAE-DA16-F991AD05DE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1365" y="920856"/>
            <a:ext cx="7835530" cy="3301342"/>
          </a:xfrm>
        </p:spPr>
        <p:txBody>
          <a:bodyPr anchor="ctr">
            <a:normAutofit/>
          </a:bodyPr>
          <a:lstStyle/>
          <a:p>
            <a:pPr lvl="0"/>
            <a:r>
              <a:rPr lang="es-MX" sz="4800" dirty="0"/>
              <a:t>Curso-Taller: Proceso de Extracción de Conocimiento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F38E1-C65F-0E5B-4001-DF04B5203F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s-ES" dirty="0"/>
              <a:t>Presentado por:</a:t>
            </a:r>
          </a:p>
          <a:p>
            <a:pPr lvl="0"/>
            <a:r>
              <a:rPr lang="es-ES" dirty="0"/>
              <a:t>Dr. Alejandro Humberto García Ruiz</a:t>
            </a:r>
          </a:p>
        </p:txBody>
      </p:sp>
    </p:spTree>
    <p:extLst>
      <p:ext uri="{BB962C8B-B14F-4D97-AF65-F5344CB8AC3E}">
        <p14:creationId xmlns:p14="http://schemas.microsoft.com/office/powerpoint/2010/main" val="3167760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8871D-A673-82CA-9F92-55683323A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7CCC5A-123D-0B62-1F22-DC17D745E6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¿Qué es el Machine Learning?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8778D-F0CD-C207-2593-F8A276978B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23000" y="2164487"/>
            <a:ext cx="5617086" cy="4071213"/>
          </a:xfrm>
        </p:spPr>
        <p:txBody>
          <a:bodyPr>
            <a:normAutofit fontScale="92500" lnSpcReduction="20000"/>
          </a:bodyPr>
          <a:lstStyle/>
          <a:p>
            <a:pPr algn="ctr">
              <a:lnSpc>
                <a:spcPct val="150000"/>
              </a:lnSpc>
            </a:pPr>
            <a:r>
              <a:rPr lang="es-ES" sz="3500" dirty="0"/>
              <a:t>Rama de la informática que busca desarrollar sistemas y máquinas capaces de </a:t>
            </a:r>
            <a:r>
              <a:rPr lang="es-MX" sz="3500" dirty="0"/>
              <a:t>imitar funciones cognitivas humanas, como aprender, razonar o tomar decisiones.</a:t>
            </a:r>
          </a:p>
        </p:txBody>
      </p:sp>
      <p:pic>
        <p:nvPicPr>
          <p:cNvPr id="2050" name="Picture 2" descr="La única guía sobre datos de entrenamiento de IA que necesitará en 2021 ...">
            <a:extLst>
              <a:ext uri="{FF2B5EF4-FFF2-40B4-BE49-F238E27FC236}">
                <a16:creationId xmlns:a16="http://schemas.microsoft.com/office/drawing/2014/main" id="{AF390265-F1C6-1221-49C3-398065F06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2121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23" y="2025846"/>
            <a:ext cx="6312522" cy="4311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30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AF0B9-447E-E744-3A06-0A3AA74C9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55561F-7A28-C35B-FB3E-EA526D03EB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latin typeface="Visby"/>
              </a:rPr>
              <a:t>1.2. ¿En qué se puede aplicar?</a:t>
            </a:r>
            <a:endParaRPr lang="en-MX" dirty="0">
              <a:latin typeface="Visby"/>
            </a:endParaRPr>
          </a:p>
        </p:txBody>
      </p:sp>
      <p:pic>
        <p:nvPicPr>
          <p:cNvPr id="2054" name="Picture 6" descr="cyber ai cerebro vector concepto color moderno icono 12777860 Vector en ...">
            <a:extLst>
              <a:ext uri="{FF2B5EF4-FFF2-40B4-BE49-F238E27FC236}">
                <a16:creationId xmlns:a16="http://schemas.microsoft.com/office/drawing/2014/main" id="{0C7D1E68-FF46-224D-C51E-A8CA5B55A4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95" t="20383" r="23946" b="20919"/>
          <a:stretch>
            <a:fillRect/>
          </a:stretch>
        </p:blipFill>
        <p:spPr bwMode="auto">
          <a:xfrm>
            <a:off x="1583575" y="1603571"/>
            <a:ext cx="4708634" cy="5065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ABB1ECE-383E-B627-6619-7ADCF3B71C01}"/>
              </a:ext>
            </a:extLst>
          </p:cNvPr>
          <p:cNvSpPr txBox="1">
            <a:spLocks/>
          </p:cNvSpPr>
          <p:nvPr/>
        </p:nvSpPr>
        <p:spPr>
          <a:xfrm>
            <a:off x="5268304" y="1954282"/>
            <a:ext cx="5659821" cy="5232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Automatización de procesos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368CA0E-541B-191B-8023-CC2C8526BC65}"/>
              </a:ext>
            </a:extLst>
          </p:cNvPr>
          <p:cNvSpPr txBox="1">
            <a:spLocks/>
          </p:cNvSpPr>
          <p:nvPr/>
        </p:nvSpPr>
        <p:spPr>
          <a:xfrm>
            <a:off x="5725500" y="2602477"/>
            <a:ext cx="4556235" cy="5232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Toma de decisiones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3EE3026-8D5C-02AF-9D84-79FCCE8F94EF}"/>
              </a:ext>
            </a:extLst>
          </p:cNvPr>
          <p:cNvSpPr txBox="1">
            <a:spLocks/>
          </p:cNvSpPr>
          <p:nvPr/>
        </p:nvSpPr>
        <p:spPr>
          <a:xfrm>
            <a:off x="6103450" y="3303513"/>
            <a:ext cx="4556235" cy="5232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Atención al cliente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8C20AE1-0187-6F4E-C25B-CE267684D7A4}"/>
              </a:ext>
            </a:extLst>
          </p:cNvPr>
          <p:cNvSpPr txBox="1">
            <a:spLocks/>
          </p:cNvSpPr>
          <p:nvPr/>
        </p:nvSpPr>
        <p:spPr>
          <a:xfrm>
            <a:off x="6371890" y="4594575"/>
            <a:ext cx="4556235" cy="5232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Salud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0A52218-63D7-8E97-858E-9A6C5617A9AF}"/>
              </a:ext>
            </a:extLst>
          </p:cNvPr>
          <p:cNvSpPr txBox="1">
            <a:spLocks/>
          </p:cNvSpPr>
          <p:nvPr/>
        </p:nvSpPr>
        <p:spPr>
          <a:xfrm>
            <a:off x="5914690" y="5253280"/>
            <a:ext cx="4556235" cy="5232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Educación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72D5DA1-0EEC-E4FF-68FF-DBEF903430D8}"/>
              </a:ext>
            </a:extLst>
          </p:cNvPr>
          <p:cNvSpPr txBox="1">
            <a:spLocks/>
          </p:cNvSpPr>
          <p:nvPr/>
        </p:nvSpPr>
        <p:spPr>
          <a:xfrm>
            <a:off x="5192098" y="5913260"/>
            <a:ext cx="4556235" cy="5232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37EE9-6F77-0F81-EEEC-CEEDEF773149}"/>
              </a:ext>
            </a:extLst>
          </p:cNvPr>
          <p:cNvSpPr txBox="1">
            <a:spLocks/>
          </p:cNvSpPr>
          <p:nvPr/>
        </p:nvSpPr>
        <p:spPr>
          <a:xfrm>
            <a:off x="8650008" y="6311630"/>
            <a:ext cx="2406876" cy="52322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isby CF Light"/>
              </a:rPr>
              <a:t>Entre otras...</a:t>
            </a:r>
          </a:p>
        </p:txBody>
      </p:sp>
    </p:spTree>
    <p:extLst>
      <p:ext uri="{BB962C8B-B14F-4D97-AF65-F5344CB8AC3E}">
        <p14:creationId xmlns:p14="http://schemas.microsoft.com/office/powerpoint/2010/main" val="173855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9DA3C-92C9-4D11-E5F1-AEEC92396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C32363-8E9A-5741-F367-0B18D1AF9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2. Los dos panoramas del Machine Learning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3E681-7591-AF9F-C1EF-093F622858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1623" y="1969545"/>
            <a:ext cx="2420860" cy="2918910"/>
          </a:xfrm>
        </p:spPr>
        <p:txBody>
          <a:bodyPr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s-ES" sz="3600" b="1" dirty="0"/>
              <a:t>Simbólica </a:t>
            </a:r>
          </a:p>
          <a:p>
            <a:pPr algn="ctr">
              <a:lnSpc>
                <a:spcPct val="150000"/>
              </a:lnSpc>
            </a:pPr>
            <a:r>
              <a:rPr lang="es-ES" dirty="0"/>
              <a:t>Basada en reglas y lógica formal.</a:t>
            </a:r>
            <a:endParaRPr lang="en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704E22-06F8-0DF1-B58A-F8C9AED66C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926" b="28381"/>
          <a:stretch>
            <a:fillRect/>
          </a:stretch>
        </p:blipFill>
        <p:spPr>
          <a:xfrm>
            <a:off x="2656490" y="2297823"/>
            <a:ext cx="6858000" cy="34765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EDAEB2C-4215-27DF-DC6C-DBFA7625FEB8}"/>
              </a:ext>
            </a:extLst>
          </p:cNvPr>
          <p:cNvSpPr txBox="1">
            <a:spLocks/>
          </p:cNvSpPr>
          <p:nvPr/>
        </p:nvSpPr>
        <p:spPr>
          <a:xfrm>
            <a:off x="9648497" y="2297823"/>
            <a:ext cx="2181079" cy="3476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" sz="3600" b="1" dirty="0"/>
              <a:t>Moderna </a:t>
            </a:r>
          </a:p>
          <a:p>
            <a:pPr algn="ctr">
              <a:lnSpc>
                <a:spcPct val="150000"/>
              </a:lnSpc>
            </a:pPr>
            <a:r>
              <a:rPr lang="es-ES" b="1" dirty="0">
                <a:latin typeface="Visby CF Light"/>
              </a:rPr>
              <a:t>Basada en datos y aprendizaje automático.</a:t>
            </a:r>
            <a:endParaRPr lang="en-MX" b="1" dirty="0"/>
          </a:p>
        </p:txBody>
      </p:sp>
    </p:spTree>
    <p:extLst>
      <p:ext uri="{BB962C8B-B14F-4D97-AF65-F5344CB8AC3E}">
        <p14:creationId xmlns:p14="http://schemas.microsoft.com/office/powerpoint/2010/main" val="4148549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79C29-2552-F748-DC48-2D9E2825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5B7FDF-4575-EFA0-BCF9-AD620D84CF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2.2. IA Moderna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6628F-CC66-8C3B-18D8-9E0B20E890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24497" y="1945097"/>
            <a:ext cx="3715589" cy="4403176"/>
          </a:xfrm>
        </p:spPr>
        <p:txBody>
          <a:bodyPr anchor="ctr">
            <a:norm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b="1" dirty="0">
                <a:latin typeface="Visby CF Light"/>
              </a:rPr>
              <a:t>Basada en datos y patrones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El modelo "aprende" de millones de ejemplos</a:t>
            </a:r>
          </a:p>
        </p:txBody>
      </p:sp>
      <p:pic>
        <p:nvPicPr>
          <p:cNvPr id="4098" name="Picture 2" descr="Redes Neuronales">
            <a:extLst>
              <a:ext uri="{FF2B5EF4-FFF2-40B4-BE49-F238E27FC236}">
                <a16:creationId xmlns:a16="http://schemas.microsoft.com/office/drawing/2014/main" id="{CF0B008A-278C-54A0-48B9-2EB2312D79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4" t="7097" r="4315" b="11696"/>
          <a:stretch>
            <a:fillRect/>
          </a:stretch>
        </p:blipFill>
        <p:spPr bwMode="auto">
          <a:xfrm>
            <a:off x="351914" y="1945097"/>
            <a:ext cx="7593907" cy="4403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989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478E-E5E0-CA40-1CCC-CB6EAEA96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4CF330C-6397-7A59-F668-6017680695A4}"/>
              </a:ext>
            </a:extLst>
          </p:cNvPr>
          <p:cNvSpPr txBox="1">
            <a:spLocks/>
          </p:cNvSpPr>
          <p:nvPr/>
        </p:nvSpPr>
        <p:spPr>
          <a:xfrm>
            <a:off x="300427" y="5745539"/>
            <a:ext cx="4251184" cy="975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200" dirty="0"/>
              <a:t>Investigación y desarrollo acelerados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7A94CD9F-464C-485F-D9DE-DC63FBBC9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50902" y="4449336"/>
            <a:ext cx="1150234" cy="115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B9BD82-0C48-F0BA-F5D9-B7BD266FB1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3. Beneficios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996CF-1317-BD3D-FF61-D712F6F39A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3663" y="3313014"/>
            <a:ext cx="2769658" cy="973366"/>
          </a:xfrm>
        </p:spPr>
        <p:txBody>
          <a:bodyPr>
            <a:normAutofit/>
          </a:bodyPr>
          <a:lstStyle/>
          <a:p>
            <a:pPr algn="ctr"/>
            <a:r>
              <a:rPr lang="es-ES" sz="3200" dirty="0"/>
              <a:t>Elimina tareas repetitivas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207EBD7-79FB-72B3-04CC-AAD9306D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16418" y="2020844"/>
            <a:ext cx="1150234" cy="114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477DA28-414F-FC18-9681-8CD5F21472A3}"/>
              </a:ext>
            </a:extLst>
          </p:cNvPr>
          <p:cNvSpPr txBox="1">
            <a:spLocks/>
          </p:cNvSpPr>
          <p:nvPr/>
        </p:nvSpPr>
        <p:spPr>
          <a:xfrm>
            <a:off x="3741899" y="3321683"/>
            <a:ext cx="2769658" cy="10592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200" dirty="0"/>
              <a:t>Reduce errores humanos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AA50A7-A6B1-281E-64EE-F76568380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51611" y="2015961"/>
            <a:ext cx="1150234" cy="115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526BE96-2A15-0F66-F344-5E642BA32CDC}"/>
              </a:ext>
            </a:extLst>
          </p:cNvPr>
          <p:cNvSpPr txBox="1">
            <a:spLocks/>
          </p:cNvSpPr>
          <p:nvPr/>
        </p:nvSpPr>
        <p:spPr>
          <a:xfrm>
            <a:off x="6980135" y="3321683"/>
            <a:ext cx="2769658" cy="975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200" dirty="0"/>
              <a:t>Disponibilidad infinita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F80C9D2-3DB9-DF87-5D55-2D0ACF586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786804" y="2015961"/>
            <a:ext cx="1156320" cy="115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83154EB-0AE5-E47C-1575-F50CF6143FFB}"/>
              </a:ext>
            </a:extLst>
          </p:cNvPr>
          <p:cNvSpPr txBox="1">
            <a:spLocks/>
          </p:cNvSpPr>
          <p:nvPr/>
        </p:nvSpPr>
        <p:spPr>
          <a:xfrm>
            <a:off x="8599391" y="5764567"/>
            <a:ext cx="2956217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200" dirty="0"/>
              <a:t>Rápido y preciso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BDD1596-F8C5-68C9-0688-69A41CE01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502383" y="4442859"/>
            <a:ext cx="1150234" cy="115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CD971FF-FD04-766A-6B07-C095D3690A30}"/>
              </a:ext>
            </a:extLst>
          </p:cNvPr>
          <p:cNvSpPr txBox="1">
            <a:spLocks/>
          </p:cNvSpPr>
          <p:nvPr/>
        </p:nvSpPr>
        <p:spPr>
          <a:xfrm>
            <a:off x="4861501" y="5795146"/>
            <a:ext cx="3220954" cy="5232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200" dirty="0"/>
              <a:t>Automatización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2A51B3B7-9D88-D27C-3ABB-4DC03DF9D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764493" y="4476481"/>
            <a:ext cx="1150234" cy="115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583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044B3-7AFE-4EEA-A5D9-E19F9A119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1B40B0-B056-0A1B-202C-21F2A3081A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4. Desafíos</a:t>
            </a:r>
            <a:endParaRPr lang="en-MX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015D292-BAD1-35CD-54E3-754978420E3C}"/>
              </a:ext>
            </a:extLst>
          </p:cNvPr>
          <p:cNvSpPr txBox="1">
            <a:spLocks/>
          </p:cNvSpPr>
          <p:nvPr/>
        </p:nvSpPr>
        <p:spPr>
          <a:xfrm>
            <a:off x="1081731" y="3377295"/>
            <a:ext cx="2769658" cy="973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200" dirty="0"/>
              <a:t>Ética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C3556E6-4D8F-B8F2-0324-4F5E7F49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97513" y="2085125"/>
            <a:ext cx="1144180" cy="114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11EF6E4-D2BE-52A8-A8DD-B367D57AAFD7}"/>
              </a:ext>
            </a:extLst>
          </p:cNvPr>
          <p:cNvSpPr txBox="1">
            <a:spLocks/>
          </p:cNvSpPr>
          <p:nvPr/>
        </p:nvSpPr>
        <p:spPr>
          <a:xfrm>
            <a:off x="4507712" y="3377295"/>
            <a:ext cx="2769658" cy="973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200" dirty="0"/>
              <a:t>Dependencia tecnológica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DD14108-B59A-113A-6AF8-1F48D7D18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23494" y="2085125"/>
            <a:ext cx="1144180" cy="114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3BD8EB1-196B-DEAA-0232-AC5DFE952D6A}"/>
              </a:ext>
            </a:extLst>
          </p:cNvPr>
          <p:cNvSpPr txBox="1">
            <a:spLocks/>
          </p:cNvSpPr>
          <p:nvPr/>
        </p:nvSpPr>
        <p:spPr>
          <a:xfrm>
            <a:off x="8118838" y="3377295"/>
            <a:ext cx="2769658" cy="973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200" dirty="0"/>
              <a:t>Seguridad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3E8F10C-2537-CD6F-E899-7A705E27F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34620" y="2085125"/>
            <a:ext cx="1144180" cy="114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0B40EE-3597-D130-3ACA-93BA9E2138DF}"/>
              </a:ext>
            </a:extLst>
          </p:cNvPr>
          <p:cNvSpPr txBox="1">
            <a:spLocks/>
          </p:cNvSpPr>
          <p:nvPr/>
        </p:nvSpPr>
        <p:spPr>
          <a:xfrm>
            <a:off x="2685291" y="5642831"/>
            <a:ext cx="2769658" cy="973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200" dirty="0"/>
              <a:t>Mal uso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4EED4D6-A280-37BB-6759-872AFE628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01073" y="4350661"/>
            <a:ext cx="1144180" cy="114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C5AE4B9-F6E9-CE97-F366-886CB52E8098}"/>
              </a:ext>
            </a:extLst>
          </p:cNvPr>
          <p:cNvSpPr txBox="1">
            <a:spLocks/>
          </p:cNvSpPr>
          <p:nvPr/>
        </p:nvSpPr>
        <p:spPr>
          <a:xfrm>
            <a:off x="6327117" y="5637577"/>
            <a:ext cx="2769658" cy="973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200" dirty="0"/>
              <a:t>Control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670DC06-E87E-DE51-65DB-AC1DEBDDC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42899" y="4345407"/>
            <a:ext cx="1144180" cy="114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6692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49CA0-4755-A6B5-C5DD-EA85EF100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8A548D-506B-AA5B-67AA-C6AB48E3DB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5. Rol Moderno: Machine Learning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CC3F2-FB79-8E2D-BBE9-FE5527F5DA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694" y="2164487"/>
            <a:ext cx="5030319" cy="3931513"/>
          </a:xfrm>
        </p:spPr>
        <p:txBody>
          <a:bodyPr>
            <a:normAutofit fontScale="92500"/>
          </a:bodyPr>
          <a:lstStyle/>
          <a:p>
            <a:pPr algn="ctr">
              <a:lnSpc>
                <a:spcPct val="150000"/>
              </a:lnSpc>
            </a:pPr>
            <a:r>
              <a:rPr lang="es-ES" sz="3200" dirty="0"/>
              <a:t>Creación de algoritmos y modelos capaces de tomar decisiones fundamentadas en el análisis de patrones presentes en los datos.</a:t>
            </a:r>
          </a:p>
        </p:txBody>
      </p:sp>
      <p:pic>
        <p:nvPicPr>
          <p:cNvPr id="4" name="Picture 2" descr="Machine learning - Free computer icons">
            <a:extLst>
              <a:ext uri="{FF2B5EF4-FFF2-40B4-BE49-F238E27FC236}">
                <a16:creationId xmlns:a16="http://schemas.microsoft.com/office/drawing/2014/main" id="{92E4246B-C886-29EA-90F9-79D89467D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FF2121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3" y="2239375"/>
            <a:ext cx="3955370" cy="395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3791223-F09D-A9E3-543C-824B5BAB024A}"/>
              </a:ext>
            </a:extLst>
          </p:cNvPr>
          <p:cNvSpPr/>
          <p:nvPr/>
        </p:nvSpPr>
        <p:spPr>
          <a:xfrm>
            <a:off x="4046675" y="2390326"/>
            <a:ext cx="2353005" cy="638672"/>
          </a:xfrm>
          <a:prstGeom prst="roundRect">
            <a:avLst/>
          </a:prstGeom>
          <a:solidFill>
            <a:srgbClr val="C3535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Clasificación</a:t>
            </a:r>
            <a:endParaRPr lang="es-MX" b="1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5BBC9EB-1253-0A22-B099-1410C35B999E}"/>
              </a:ext>
            </a:extLst>
          </p:cNvPr>
          <p:cNvSpPr/>
          <p:nvPr/>
        </p:nvSpPr>
        <p:spPr>
          <a:xfrm>
            <a:off x="4046675" y="4439563"/>
            <a:ext cx="2353005" cy="638672"/>
          </a:xfrm>
          <a:prstGeom prst="roundRect">
            <a:avLst/>
          </a:prstGeom>
          <a:solidFill>
            <a:srgbClr val="C3535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Regresión</a:t>
            </a:r>
            <a:endParaRPr lang="es-MX" b="1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AEAD74C-8699-FEDB-9BBB-0A67A09DA352}"/>
              </a:ext>
            </a:extLst>
          </p:cNvPr>
          <p:cNvSpPr/>
          <p:nvPr/>
        </p:nvSpPr>
        <p:spPr>
          <a:xfrm>
            <a:off x="4049677" y="3440900"/>
            <a:ext cx="2353005" cy="638672"/>
          </a:xfrm>
          <a:prstGeom prst="roundRect">
            <a:avLst/>
          </a:prstGeom>
          <a:solidFill>
            <a:srgbClr val="C3535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Agrupamiento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096586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D8BFE-34E5-5410-4C2C-D077B1DDA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217B29-06A5-4C51-D724-80B4CF057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5.2. Machine Learning: Agrupamiento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75BBC-9BB1-7DC5-9003-6DAE6E43EA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914" y="2048878"/>
            <a:ext cx="11488172" cy="110423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s-ES" sz="3200" dirty="0"/>
              <a:t>Agrupa usuarios o ítems con características similares</a:t>
            </a:r>
          </a:p>
        </p:txBody>
      </p:sp>
      <p:pic>
        <p:nvPicPr>
          <p:cNvPr id="7170" name="Picture 2" descr="1 Introducción | Una introducción a los modelos de Clústering empleando R">
            <a:extLst>
              <a:ext uri="{FF2B5EF4-FFF2-40B4-BE49-F238E27FC236}">
                <a16:creationId xmlns:a16="http://schemas.microsoft.com/office/drawing/2014/main" id="{BED079AC-2CFD-5A68-6A0D-C29FB72A7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850" y="2724576"/>
            <a:ext cx="8376299" cy="3720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283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5CABD-8B14-9944-8396-8B980A91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D4EC79-D531-6A88-62A5-F46C4F1956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Casos prácticos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7C20D-0F7D-02D0-9984-0C9CC7D444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29200" y="2057503"/>
            <a:ext cx="6285305" cy="3995084"/>
          </a:xfrm>
        </p:spPr>
        <p:txBody>
          <a:bodyPr anchor="ctr">
            <a:norm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Spotify arma </a:t>
            </a:r>
            <a:r>
              <a:rPr lang="es-ES" sz="3200" dirty="0" err="1"/>
              <a:t>playlists</a:t>
            </a:r>
            <a:r>
              <a:rPr lang="es-ES" sz="3200" dirty="0"/>
              <a:t> basadas en patrones de escucha.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Plataformas educativas sugieren cursos según desempeño y preferencias.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3EA370-50DA-2772-9C30-8CC44FA1AA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48"/>
          <a:stretch>
            <a:fillRect/>
          </a:stretch>
        </p:blipFill>
        <p:spPr>
          <a:xfrm>
            <a:off x="877495" y="2002588"/>
            <a:ext cx="3625494" cy="4631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9693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F4D8D-42B8-2E89-7FA3-849DB8E9B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3412DE-BB0E-090A-57E2-D4609B60A0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Casos prácticos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4A231-E561-2980-96EB-2B1DC2F850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914" y="2048877"/>
            <a:ext cx="11488172" cy="3995084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Netflix sugiere películas por historial y usuarios similares. 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Amazon recomienda productos relacionados.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04AD5F-9C81-4632-C4CA-3E6D987D307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" r="135"/>
          <a:stretch>
            <a:fillRect/>
          </a:stretch>
        </p:blipFill>
        <p:spPr>
          <a:xfrm>
            <a:off x="1949571" y="3248903"/>
            <a:ext cx="8294180" cy="335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06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AA343-D37F-5A0C-FE75-F4B7CB2FE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52D0F6-0427-AE90-D17B-A73D8F71E9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Proceso de Extracción de Conocimiento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5E3EC-E950-E8E3-2F5B-4A64905033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25834" y="2298258"/>
            <a:ext cx="10340331" cy="3915505"/>
          </a:xfrm>
        </p:spPr>
        <p:txBody>
          <a:bodyPr>
            <a:noAutofit/>
          </a:bodyPr>
          <a:lstStyle/>
          <a:p>
            <a:pPr marL="742950" indent="-742950" algn="just">
              <a:lnSpc>
                <a:spcPct val="100000"/>
              </a:lnSpc>
              <a:buFont typeface="+mj-lt"/>
              <a:buAutoNum type="arabicPeriod"/>
            </a:pPr>
            <a:r>
              <a:rPr lang="es-ES" sz="3600" dirty="0"/>
              <a:t>Selección de datos </a:t>
            </a:r>
          </a:p>
          <a:p>
            <a:pPr marL="742950" indent="-742950" algn="just">
              <a:lnSpc>
                <a:spcPct val="100000"/>
              </a:lnSpc>
              <a:buFont typeface="+mj-lt"/>
              <a:buAutoNum type="arabicPeriod"/>
            </a:pPr>
            <a:r>
              <a:rPr lang="es-ES" sz="3600" dirty="0"/>
              <a:t>Preprocesamiento</a:t>
            </a:r>
          </a:p>
          <a:p>
            <a:pPr marL="742950" indent="-742950" algn="just">
              <a:lnSpc>
                <a:spcPct val="100000"/>
              </a:lnSpc>
              <a:buFont typeface="+mj-lt"/>
              <a:buAutoNum type="arabicPeriod"/>
            </a:pPr>
            <a:r>
              <a:rPr lang="es-ES" sz="3600" dirty="0"/>
              <a:t>Minería de datos (técnicas como K-</a:t>
            </a:r>
            <a:r>
              <a:rPr lang="es-ES" sz="3600" dirty="0" err="1"/>
              <a:t>means</a:t>
            </a:r>
            <a:r>
              <a:rPr lang="es-ES" sz="3600" dirty="0"/>
              <a:t>)</a:t>
            </a:r>
          </a:p>
          <a:p>
            <a:pPr marL="742950" indent="-742950" algn="just">
              <a:lnSpc>
                <a:spcPct val="100000"/>
              </a:lnSpc>
              <a:buFont typeface="+mj-lt"/>
              <a:buAutoNum type="arabicPeriod"/>
            </a:pPr>
            <a:r>
              <a:rPr lang="es-ES" sz="3600" dirty="0"/>
              <a:t>Interpretación y evaluación</a:t>
            </a:r>
          </a:p>
          <a:p>
            <a:pPr marL="742950" indent="-742950" algn="just">
              <a:lnSpc>
                <a:spcPct val="100000"/>
              </a:lnSpc>
              <a:buFont typeface="+mj-lt"/>
              <a:buAutoNum type="arabicPeriod"/>
            </a:pPr>
            <a:r>
              <a:rPr lang="es-ES" sz="3600" dirty="0"/>
              <a:t>Presentación del conocimiento</a:t>
            </a:r>
          </a:p>
        </p:txBody>
      </p:sp>
    </p:spTree>
    <p:extLst>
      <p:ext uri="{BB962C8B-B14F-4D97-AF65-F5344CB8AC3E}">
        <p14:creationId xmlns:p14="http://schemas.microsoft.com/office/powerpoint/2010/main" val="852207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805B-C3F7-5E71-815F-1792DBA3F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6042C5-BD06-DC96-6CF8-4B5F820F6B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Adquisición de datos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09432-F824-BC41-E620-363CBE40B4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914" y="2048877"/>
            <a:ext cx="11488172" cy="1115122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s-ES" sz="3200" dirty="0"/>
              <a:t>Los datos pueden provenir de bases públicas, historiales o registros ya estructurados.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B9C64E1D-0CEE-04D3-0021-BAECC55F9B74}"/>
              </a:ext>
            </a:extLst>
          </p:cNvPr>
          <p:cNvGrpSpPr/>
          <p:nvPr/>
        </p:nvGrpSpPr>
        <p:grpSpPr>
          <a:xfrm>
            <a:off x="1450504" y="3400698"/>
            <a:ext cx="2897212" cy="1115122"/>
            <a:chOff x="691377" y="4237463"/>
            <a:chExt cx="2897212" cy="1115122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968DAB9B-3400-1057-6375-95C2FC6BDA20}"/>
                </a:ext>
              </a:extLst>
            </p:cNvPr>
            <p:cNvGrpSpPr/>
            <p:nvPr/>
          </p:nvGrpSpPr>
          <p:grpSpPr>
            <a:xfrm>
              <a:off x="691377" y="4237463"/>
              <a:ext cx="1092820" cy="1115122"/>
              <a:chOff x="691377" y="4237463"/>
              <a:chExt cx="1092820" cy="1115122"/>
            </a:xfrm>
          </p:grpSpPr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92D0D2DE-40D2-6F18-A1E6-E0AA0FABE845}"/>
                  </a:ext>
                </a:extLst>
              </p:cNvPr>
              <p:cNvSpPr/>
              <p:nvPr/>
            </p:nvSpPr>
            <p:spPr>
              <a:xfrm>
                <a:off x="691377" y="4237463"/>
                <a:ext cx="1092820" cy="1115122"/>
              </a:xfrm>
              <a:prstGeom prst="rect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pic>
            <p:nvPicPr>
              <p:cNvPr id="4" name="Picture 2" descr="Bulbasaur">
                <a:extLst>
                  <a:ext uri="{FF2B5EF4-FFF2-40B4-BE49-F238E27FC236}">
                    <a16:creationId xmlns:a16="http://schemas.microsoft.com/office/drawing/2014/main" id="{0E522E8A-4F60-D251-8FE5-CD77563B6E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487" t="61586" r="24695"/>
              <a:stretch>
                <a:fillRect/>
              </a:stretch>
            </p:blipFill>
            <p:spPr bwMode="auto">
              <a:xfrm>
                <a:off x="691377" y="4326673"/>
                <a:ext cx="1092820" cy="9367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F42CA749-86FD-F6C5-3763-86F6D7082100}"/>
                </a:ext>
              </a:extLst>
            </p:cNvPr>
            <p:cNvSpPr/>
            <p:nvPr/>
          </p:nvSpPr>
          <p:spPr>
            <a:xfrm>
              <a:off x="1784197" y="4237463"/>
              <a:ext cx="1804392" cy="1115122"/>
            </a:xfrm>
            <a:prstGeom prst="rect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MX" sz="1400" b="1" dirty="0" err="1"/>
                <a:t>Bulbasaur</a:t>
              </a:r>
              <a:endParaRPr lang="es-MX" sz="1400" b="1" dirty="0"/>
            </a:p>
            <a:p>
              <a:r>
                <a:rPr lang="es-MX" sz="1400" dirty="0" err="1"/>
                <a:t>Type</a:t>
              </a:r>
              <a:r>
                <a:rPr lang="es-MX" sz="1400" dirty="0"/>
                <a:t>: Grass/</a:t>
              </a:r>
              <a:r>
                <a:rPr lang="es-MX" sz="1400" dirty="0" err="1"/>
                <a:t>Poison</a:t>
              </a:r>
              <a:endParaRPr lang="es-MX" sz="1400" dirty="0"/>
            </a:p>
            <a:p>
              <a:r>
                <a:rPr lang="es-MX" sz="1400" dirty="0"/>
                <a:t>HP: 45</a:t>
              </a:r>
            </a:p>
            <a:p>
              <a:r>
                <a:rPr lang="es-MX" sz="1400" dirty="0" err="1"/>
                <a:t>Attack</a:t>
              </a:r>
              <a:r>
                <a:rPr lang="es-MX" sz="1400" dirty="0"/>
                <a:t>: 49</a:t>
              </a:r>
            </a:p>
            <a:p>
              <a:r>
                <a:rPr lang="es-MX" sz="1400" dirty="0"/>
                <a:t>Defense: 49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F3762B96-0C70-FB27-3735-A0AF6317DDDE}"/>
              </a:ext>
            </a:extLst>
          </p:cNvPr>
          <p:cNvGrpSpPr/>
          <p:nvPr/>
        </p:nvGrpSpPr>
        <p:grpSpPr>
          <a:xfrm>
            <a:off x="1450504" y="4824491"/>
            <a:ext cx="2897212" cy="1115122"/>
            <a:chOff x="691377" y="4237463"/>
            <a:chExt cx="2897212" cy="1115122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4D9B0D2B-18D2-D468-2495-126817D76165}"/>
                </a:ext>
              </a:extLst>
            </p:cNvPr>
            <p:cNvGrpSpPr/>
            <p:nvPr/>
          </p:nvGrpSpPr>
          <p:grpSpPr>
            <a:xfrm>
              <a:off x="691377" y="4237463"/>
              <a:ext cx="1092820" cy="1115122"/>
              <a:chOff x="691377" y="4237463"/>
              <a:chExt cx="1092820" cy="1115122"/>
            </a:xfrm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90030542-D198-D61C-EBFD-98FADFBB7C82}"/>
                  </a:ext>
                </a:extLst>
              </p:cNvPr>
              <p:cNvSpPr/>
              <p:nvPr/>
            </p:nvSpPr>
            <p:spPr>
              <a:xfrm>
                <a:off x="691377" y="4237463"/>
                <a:ext cx="1092820" cy="1115122"/>
              </a:xfrm>
              <a:prstGeom prst="rect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pic>
            <p:nvPicPr>
              <p:cNvPr id="16" name="Picture 2">
                <a:extLst>
                  <a:ext uri="{FF2B5EF4-FFF2-40B4-BE49-F238E27FC236}">
                    <a16:creationId xmlns:a16="http://schemas.microsoft.com/office/drawing/2014/main" id="{2AE8B82C-7551-6398-8628-7B69EB4D10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274" r="4274"/>
              <a:stretch/>
            </p:blipFill>
            <p:spPr bwMode="auto">
              <a:xfrm>
                <a:off x="691377" y="4326673"/>
                <a:ext cx="1092820" cy="9367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AF4E27A4-F9E9-D558-70E1-A51D9031E62C}"/>
                </a:ext>
              </a:extLst>
            </p:cNvPr>
            <p:cNvSpPr/>
            <p:nvPr/>
          </p:nvSpPr>
          <p:spPr>
            <a:xfrm>
              <a:off x="1784197" y="4237463"/>
              <a:ext cx="1804392" cy="1115122"/>
            </a:xfrm>
            <a:prstGeom prst="rect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MX" sz="1400" b="1" dirty="0" err="1"/>
                <a:t>Slowbro</a:t>
              </a:r>
              <a:endParaRPr lang="es-MX" sz="1400" b="1" dirty="0"/>
            </a:p>
            <a:p>
              <a:r>
                <a:rPr lang="es-MX" sz="1400" dirty="0" err="1"/>
                <a:t>Type</a:t>
              </a:r>
              <a:r>
                <a:rPr lang="es-MX" sz="1400" dirty="0"/>
                <a:t>: </a:t>
              </a:r>
              <a:r>
                <a:rPr lang="es-MX" sz="1400" dirty="0" err="1"/>
                <a:t>Water</a:t>
              </a:r>
              <a:r>
                <a:rPr lang="es-MX" sz="1400" dirty="0"/>
                <a:t>/</a:t>
              </a:r>
              <a:r>
                <a:rPr lang="es-MX" sz="1400" dirty="0" err="1"/>
                <a:t>Psychic</a:t>
              </a:r>
              <a:endParaRPr lang="es-MX" sz="1400" dirty="0"/>
            </a:p>
            <a:p>
              <a:r>
                <a:rPr lang="es-MX" sz="1400" dirty="0"/>
                <a:t>HP: 95</a:t>
              </a:r>
            </a:p>
            <a:p>
              <a:r>
                <a:rPr lang="es-MX" sz="1400" dirty="0" err="1"/>
                <a:t>Attack</a:t>
              </a:r>
              <a:r>
                <a:rPr lang="es-MX" sz="1400" dirty="0"/>
                <a:t>: 75</a:t>
              </a:r>
            </a:p>
            <a:p>
              <a:r>
                <a:rPr lang="es-MX" sz="1400" dirty="0"/>
                <a:t>Defense: 110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40057EAA-63F7-82F1-F6A2-BA19D541924A}"/>
              </a:ext>
            </a:extLst>
          </p:cNvPr>
          <p:cNvGrpSpPr/>
          <p:nvPr/>
        </p:nvGrpSpPr>
        <p:grpSpPr>
          <a:xfrm>
            <a:off x="4673907" y="3400698"/>
            <a:ext cx="2897212" cy="1115122"/>
            <a:chOff x="691377" y="4237463"/>
            <a:chExt cx="2897212" cy="1115122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DE76344A-35D6-F2A2-13AC-B5D68960E47C}"/>
                </a:ext>
              </a:extLst>
            </p:cNvPr>
            <p:cNvGrpSpPr/>
            <p:nvPr/>
          </p:nvGrpSpPr>
          <p:grpSpPr>
            <a:xfrm>
              <a:off x="691377" y="4237463"/>
              <a:ext cx="1092820" cy="1115122"/>
              <a:chOff x="691377" y="4237463"/>
              <a:chExt cx="1092820" cy="1115122"/>
            </a:xfrm>
          </p:grpSpPr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C73EA036-7BE3-AB05-98FB-63045CCF6725}"/>
                  </a:ext>
                </a:extLst>
              </p:cNvPr>
              <p:cNvSpPr/>
              <p:nvPr/>
            </p:nvSpPr>
            <p:spPr>
              <a:xfrm>
                <a:off x="691377" y="4237463"/>
                <a:ext cx="1092820" cy="1115122"/>
              </a:xfrm>
              <a:prstGeom prst="rect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pic>
            <p:nvPicPr>
              <p:cNvPr id="21" name="Picture 2">
                <a:extLst>
                  <a:ext uri="{FF2B5EF4-FFF2-40B4-BE49-F238E27FC236}">
                    <a16:creationId xmlns:a16="http://schemas.microsoft.com/office/drawing/2014/main" id="{ADE490CA-04F5-8FBC-49D8-EAB0C13059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849" b="7849"/>
              <a:stretch/>
            </p:blipFill>
            <p:spPr bwMode="auto">
              <a:xfrm>
                <a:off x="691377" y="4326673"/>
                <a:ext cx="1092820" cy="9367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8FF43CA4-83A2-B11B-5B26-447E53D2A9E2}"/>
                </a:ext>
              </a:extLst>
            </p:cNvPr>
            <p:cNvSpPr/>
            <p:nvPr/>
          </p:nvSpPr>
          <p:spPr>
            <a:xfrm>
              <a:off x="1784197" y="4237463"/>
              <a:ext cx="1804392" cy="1115122"/>
            </a:xfrm>
            <a:prstGeom prst="rect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MX" sz="1400" b="1" dirty="0" err="1"/>
                <a:t>Charmander</a:t>
              </a:r>
              <a:endParaRPr lang="es-MX" sz="1400" b="1" dirty="0"/>
            </a:p>
            <a:p>
              <a:r>
                <a:rPr lang="es-MX" sz="1400" dirty="0" err="1"/>
                <a:t>Type</a:t>
              </a:r>
              <a:r>
                <a:rPr lang="es-MX" sz="1400" dirty="0"/>
                <a:t>: </a:t>
              </a:r>
              <a:r>
                <a:rPr lang="es-MX" sz="1400" dirty="0" err="1"/>
                <a:t>Fire</a:t>
              </a:r>
              <a:endParaRPr lang="es-MX" sz="1400" dirty="0"/>
            </a:p>
            <a:p>
              <a:r>
                <a:rPr lang="es-MX" sz="1400" dirty="0"/>
                <a:t>HP: 39</a:t>
              </a:r>
            </a:p>
            <a:p>
              <a:r>
                <a:rPr lang="es-MX" sz="1400" dirty="0" err="1"/>
                <a:t>Attack</a:t>
              </a:r>
              <a:r>
                <a:rPr lang="es-MX" sz="1400" dirty="0"/>
                <a:t>: 52</a:t>
              </a:r>
            </a:p>
            <a:p>
              <a:r>
                <a:rPr lang="es-MX" sz="1400" dirty="0"/>
                <a:t>Defense: 43</a:t>
              </a: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A66FE49E-FEC5-3051-4CB4-DCA790ADEBAA}"/>
              </a:ext>
            </a:extLst>
          </p:cNvPr>
          <p:cNvGrpSpPr/>
          <p:nvPr/>
        </p:nvGrpSpPr>
        <p:grpSpPr>
          <a:xfrm>
            <a:off x="4673907" y="4824491"/>
            <a:ext cx="2897212" cy="1115122"/>
            <a:chOff x="691377" y="4237463"/>
            <a:chExt cx="2897212" cy="1115122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044755B2-2257-A394-9B59-1F3FD051B6C4}"/>
                </a:ext>
              </a:extLst>
            </p:cNvPr>
            <p:cNvGrpSpPr/>
            <p:nvPr/>
          </p:nvGrpSpPr>
          <p:grpSpPr>
            <a:xfrm>
              <a:off x="691377" y="4237463"/>
              <a:ext cx="1092820" cy="1115122"/>
              <a:chOff x="691377" y="4237463"/>
              <a:chExt cx="1092820" cy="1115122"/>
            </a:xfrm>
          </p:grpSpPr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60E7D2AC-CABE-2B2B-1449-7F834E3F3697}"/>
                  </a:ext>
                </a:extLst>
              </p:cNvPr>
              <p:cNvSpPr/>
              <p:nvPr/>
            </p:nvSpPr>
            <p:spPr>
              <a:xfrm>
                <a:off x="691377" y="4237463"/>
                <a:ext cx="1092820" cy="1115122"/>
              </a:xfrm>
              <a:prstGeom prst="rect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pic>
            <p:nvPicPr>
              <p:cNvPr id="31" name="Picture 2">
                <a:extLst>
                  <a:ext uri="{FF2B5EF4-FFF2-40B4-BE49-F238E27FC236}">
                    <a16:creationId xmlns:a16="http://schemas.microsoft.com/office/drawing/2014/main" id="{DD3EE8C4-870F-4AE1-2B41-BDFAD5F32A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042" b="8042"/>
              <a:stretch/>
            </p:blipFill>
            <p:spPr bwMode="auto">
              <a:xfrm>
                <a:off x="691377" y="4326673"/>
                <a:ext cx="1092820" cy="9367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267FCF6B-B086-DE93-0B9B-0DA22FA31321}"/>
                </a:ext>
              </a:extLst>
            </p:cNvPr>
            <p:cNvSpPr/>
            <p:nvPr/>
          </p:nvSpPr>
          <p:spPr>
            <a:xfrm>
              <a:off x="1784197" y="4237463"/>
              <a:ext cx="1804392" cy="1115122"/>
            </a:xfrm>
            <a:prstGeom prst="rect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MX" sz="1400" b="1" dirty="0" err="1"/>
                <a:t>Gengar</a:t>
              </a:r>
              <a:endParaRPr lang="es-MX" sz="1400" b="1" dirty="0"/>
            </a:p>
            <a:p>
              <a:r>
                <a:rPr lang="es-MX" sz="1400" dirty="0" err="1"/>
                <a:t>Type</a:t>
              </a:r>
              <a:r>
                <a:rPr lang="es-MX" sz="1400" dirty="0"/>
                <a:t>: </a:t>
              </a:r>
              <a:r>
                <a:rPr lang="es-MX" sz="1400" dirty="0" err="1"/>
                <a:t>Ghost</a:t>
              </a:r>
              <a:r>
                <a:rPr lang="es-MX" sz="1400" dirty="0"/>
                <a:t>/</a:t>
              </a:r>
              <a:r>
                <a:rPr lang="es-MX" sz="1400" dirty="0" err="1"/>
                <a:t>Poison</a:t>
              </a:r>
              <a:endParaRPr lang="es-MX" sz="1400" dirty="0"/>
            </a:p>
            <a:p>
              <a:r>
                <a:rPr lang="es-MX" sz="1400" dirty="0"/>
                <a:t>HP: 60</a:t>
              </a:r>
            </a:p>
            <a:p>
              <a:r>
                <a:rPr lang="es-MX" sz="1400" dirty="0" err="1"/>
                <a:t>Attack</a:t>
              </a:r>
              <a:r>
                <a:rPr lang="es-MX" sz="1400" dirty="0"/>
                <a:t>: 65</a:t>
              </a:r>
            </a:p>
            <a:p>
              <a:r>
                <a:rPr lang="es-MX" sz="1400" dirty="0"/>
                <a:t>Defense: 60</a:t>
              </a: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F1FBC977-1058-AF3F-F23D-1B30EF685F30}"/>
              </a:ext>
            </a:extLst>
          </p:cNvPr>
          <p:cNvGrpSpPr/>
          <p:nvPr/>
        </p:nvGrpSpPr>
        <p:grpSpPr>
          <a:xfrm>
            <a:off x="7891561" y="3400697"/>
            <a:ext cx="2897212" cy="1115122"/>
            <a:chOff x="691377" y="4237463"/>
            <a:chExt cx="2897212" cy="1115122"/>
          </a:xfrm>
        </p:grpSpPr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4C3F5D44-B072-2696-E632-6FB2BC312D49}"/>
                </a:ext>
              </a:extLst>
            </p:cNvPr>
            <p:cNvGrpSpPr/>
            <p:nvPr/>
          </p:nvGrpSpPr>
          <p:grpSpPr>
            <a:xfrm>
              <a:off x="691377" y="4237463"/>
              <a:ext cx="1092820" cy="1115122"/>
              <a:chOff x="691377" y="4237463"/>
              <a:chExt cx="1092820" cy="1115122"/>
            </a:xfrm>
          </p:grpSpPr>
          <p:sp>
            <p:nvSpPr>
              <p:cNvPr id="35" name="Rectángulo 34">
                <a:extLst>
                  <a:ext uri="{FF2B5EF4-FFF2-40B4-BE49-F238E27FC236}">
                    <a16:creationId xmlns:a16="http://schemas.microsoft.com/office/drawing/2014/main" id="{01CAFDB2-2FDC-6D66-F67D-7291C4CDDE72}"/>
                  </a:ext>
                </a:extLst>
              </p:cNvPr>
              <p:cNvSpPr/>
              <p:nvPr/>
            </p:nvSpPr>
            <p:spPr>
              <a:xfrm>
                <a:off x="691377" y="4237463"/>
                <a:ext cx="1092820" cy="1115122"/>
              </a:xfrm>
              <a:prstGeom prst="rect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pic>
            <p:nvPicPr>
              <p:cNvPr id="36" name="Picture 2">
                <a:extLst>
                  <a:ext uri="{FF2B5EF4-FFF2-40B4-BE49-F238E27FC236}">
                    <a16:creationId xmlns:a16="http://schemas.microsoft.com/office/drawing/2014/main" id="{FA748779-354A-5DBC-9106-9156BCB900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849" b="7849"/>
              <a:stretch/>
            </p:blipFill>
            <p:spPr bwMode="auto">
              <a:xfrm>
                <a:off x="691377" y="4326673"/>
                <a:ext cx="1092820" cy="9367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54A67436-6D87-C015-7C00-12B38B3798D1}"/>
                </a:ext>
              </a:extLst>
            </p:cNvPr>
            <p:cNvSpPr/>
            <p:nvPr/>
          </p:nvSpPr>
          <p:spPr>
            <a:xfrm>
              <a:off x="1784197" y="4237463"/>
              <a:ext cx="1804392" cy="1115122"/>
            </a:xfrm>
            <a:prstGeom prst="rect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MX" sz="1400" b="1" dirty="0" err="1"/>
                <a:t>Squirtle</a:t>
              </a:r>
              <a:endParaRPr lang="es-MX" sz="1400" b="1" dirty="0"/>
            </a:p>
            <a:p>
              <a:r>
                <a:rPr lang="es-MX" sz="1400" dirty="0" err="1"/>
                <a:t>Type</a:t>
              </a:r>
              <a:r>
                <a:rPr lang="es-MX" sz="1400" dirty="0"/>
                <a:t>: </a:t>
              </a:r>
              <a:r>
                <a:rPr lang="es-MX" sz="1400" dirty="0" err="1"/>
                <a:t>Water</a:t>
              </a:r>
              <a:endParaRPr lang="es-MX" sz="1400" dirty="0"/>
            </a:p>
            <a:p>
              <a:r>
                <a:rPr lang="es-MX" sz="1400" dirty="0"/>
                <a:t>HP: 44</a:t>
              </a:r>
            </a:p>
            <a:p>
              <a:r>
                <a:rPr lang="es-MX" sz="1400" dirty="0" err="1"/>
                <a:t>Attack</a:t>
              </a:r>
              <a:r>
                <a:rPr lang="es-MX" sz="1400" dirty="0"/>
                <a:t>: 48</a:t>
              </a:r>
            </a:p>
            <a:p>
              <a:r>
                <a:rPr lang="es-MX" sz="1400" dirty="0"/>
                <a:t>Defense: 65</a:t>
              </a: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F67A745E-B486-73EF-A838-52B751F175EA}"/>
              </a:ext>
            </a:extLst>
          </p:cNvPr>
          <p:cNvGrpSpPr/>
          <p:nvPr/>
        </p:nvGrpSpPr>
        <p:grpSpPr>
          <a:xfrm>
            <a:off x="7891561" y="4824490"/>
            <a:ext cx="2897212" cy="1115122"/>
            <a:chOff x="691377" y="4237463"/>
            <a:chExt cx="2897212" cy="1115122"/>
          </a:xfrm>
        </p:grpSpPr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B3104AD6-AB2F-07CD-3D68-AD9E26731E4A}"/>
                </a:ext>
              </a:extLst>
            </p:cNvPr>
            <p:cNvGrpSpPr/>
            <p:nvPr/>
          </p:nvGrpSpPr>
          <p:grpSpPr>
            <a:xfrm>
              <a:off x="691377" y="4237463"/>
              <a:ext cx="1092820" cy="1115122"/>
              <a:chOff x="691377" y="4237463"/>
              <a:chExt cx="1092820" cy="1115122"/>
            </a:xfrm>
          </p:grpSpPr>
          <p:sp>
            <p:nvSpPr>
              <p:cNvPr id="40" name="Rectángulo 39">
                <a:extLst>
                  <a:ext uri="{FF2B5EF4-FFF2-40B4-BE49-F238E27FC236}">
                    <a16:creationId xmlns:a16="http://schemas.microsoft.com/office/drawing/2014/main" id="{A2972CCF-DE99-DE41-A449-DEFDE062CD8A}"/>
                  </a:ext>
                </a:extLst>
              </p:cNvPr>
              <p:cNvSpPr/>
              <p:nvPr/>
            </p:nvSpPr>
            <p:spPr>
              <a:xfrm>
                <a:off x="691377" y="4237463"/>
                <a:ext cx="1092820" cy="1115122"/>
              </a:xfrm>
              <a:prstGeom prst="rect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pic>
            <p:nvPicPr>
              <p:cNvPr id="41" name="Picture 2">
                <a:extLst>
                  <a:ext uri="{FF2B5EF4-FFF2-40B4-BE49-F238E27FC236}">
                    <a16:creationId xmlns:a16="http://schemas.microsoft.com/office/drawing/2014/main" id="{DD6A8A71-AE2A-1960-2526-9A7F3162F9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347" b="7347"/>
              <a:stretch/>
            </p:blipFill>
            <p:spPr bwMode="auto">
              <a:xfrm>
                <a:off x="691377" y="4326673"/>
                <a:ext cx="1092820" cy="9367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FCB8DBE0-3C5C-6D3D-D24D-A08D08608667}"/>
                </a:ext>
              </a:extLst>
            </p:cNvPr>
            <p:cNvSpPr/>
            <p:nvPr/>
          </p:nvSpPr>
          <p:spPr>
            <a:xfrm>
              <a:off x="1784197" y="4237463"/>
              <a:ext cx="1804392" cy="1115122"/>
            </a:xfrm>
            <a:prstGeom prst="rect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MX" sz="1400" b="1" dirty="0" err="1"/>
                <a:t>Numel</a:t>
              </a:r>
              <a:endParaRPr lang="es-MX" sz="1400" b="1" dirty="0"/>
            </a:p>
            <a:p>
              <a:r>
                <a:rPr lang="es-MX" sz="1400" dirty="0" err="1"/>
                <a:t>Type</a:t>
              </a:r>
              <a:r>
                <a:rPr lang="es-MX" sz="1400" dirty="0"/>
                <a:t>: </a:t>
              </a:r>
              <a:r>
                <a:rPr lang="es-MX" sz="1400" dirty="0" err="1"/>
                <a:t>Fire</a:t>
              </a:r>
              <a:r>
                <a:rPr lang="es-MX" sz="1400" dirty="0"/>
                <a:t>/</a:t>
              </a:r>
              <a:r>
                <a:rPr lang="es-MX" sz="1400" dirty="0" err="1"/>
                <a:t>Ground</a:t>
              </a:r>
              <a:endParaRPr lang="es-MX" sz="1400" dirty="0"/>
            </a:p>
            <a:p>
              <a:r>
                <a:rPr lang="es-MX" sz="1400" dirty="0"/>
                <a:t>HP: 60</a:t>
              </a:r>
            </a:p>
            <a:p>
              <a:r>
                <a:rPr lang="es-MX" sz="1400" dirty="0" err="1"/>
                <a:t>Attack</a:t>
              </a:r>
              <a:r>
                <a:rPr lang="es-MX" sz="1400" dirty="0"/>
                <a:t>: 60</a:t>
              </a:r>
            </a:p>
            <a:p>
              <a:r>
                <a:rPr lang="es-MX" sz="1400" dirty="0"/>
                <a:t>Defense: 40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491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F20C4-5549-086B-E146-B63186F05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8078E3-9058-DBDC-0761-3D0B26AF69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Análisis de la instancia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8C760-B106-B3C2-9719-6A2EBCDCAB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914" y="2048877"/>
            <a:ext cx="5613988" cy="4452284"/>
          </a:xfrm>
        </p:spPr>
        <p:txBody>
          <a:bodyPr anchor="ctr">
            <a:normAutofit lnSpcReduction="10000"/>
          </a:bodyPr>
          <a:lstStyle/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Exploración inicial de los datos.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Se observan patrones, valores faltantes y comportamientos generales.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Se eligen los </a:t>
            </a:r>
            <a:r>
              <a:rPr lang="es-ES" sz="3200" b="1" dirty="0"/>
              <a:t>atributos más importantes </a:t>
            </a:r>
            <a:r>
              <a:rPr lang="es-ES" sz="3200" dirty="0"/>
              <a:t>para el objetivo.</a:t>
            </a:r>
          </a:p>
        </p:txBody>
      </p:sp>
      <p:pic>
        <p:nvPicPr>
          <p:cNvPr id="2052" name="Picture 4" descr="Pokemon Classification images | Kaggle">
            <a:extLst>
              <a:ext uri="{FF2B5EF4-FFF2-40B4-BE49-F238E27FC236}">
                <a16:creationId xmlns:a16="http://schemas.microsoft.com/office/drawing/2014/main" id="{4E24AC99-F86C-30AD-53DC-D02CED93B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809" y="817109"/>
            <a:ext cx="1591061" cy="1591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2CE2190-4423-D4FC-4BBB-5C02B7549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281640"/>
              </p:ext>
            </p:extLst>
          </p:nvPr>
        </p:nvGraphicFramePr>
        <p:xfrm>
          <a:off x="6226100" y="2595390"/>
          <a:ext cx="5462692" cy="33592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0155">
                  <a:extLst>
                    <a:ext uri="{9D8B030D-6E8A-4147-A177-3AD203B41FA5}">
                      <a16:colId xmlns:a16="http://schemas.microsoft.com/office/drawing/2014/main" val="2993324854"/>
                    </a:ext>
                  </a:extLst>
                </a:gridCol>
                <a:gridCol w="984060">
                  <a:extLst>
                    <a:ext uri="{9D8B030D-6E8A-4147-A177-3AD203B41FA5}">
                      <a16:colId xmlns:a16="http://schemas.microsoft.com/office/drawing/2014/main" val="2872470073"/>
                    </a:ext>
                  </a:extLst>
                </a:gridCol>
                <a:gridCol w="970344">
                  <a:extLst>
                    <a:ext uri="{9D8B030D-6E8A-4147-A177-3AD203B41FA5}">
                      <a16:colId xmlns:a16="http://schemas.microsoft.com/office/drawing/2014/main" val="2866269871"/>
                    </a:ext>
                  </a:extLst>
                </a:gridCol>
                <a:gridCol w="700278">
                  <a:extLst>
                    <a:ext uri="{9D8B030D-6E8A-4147-A177-3AD203B41FA5}">
                      <a16:colId xmlns:a16="http://schemas.microsoft.com/office/drawing/2014/main" val="1479352426"/>
                    </a:ext>
                  </a:extLst>
                </a:gridCol>
                <a:gridCol w="667859">
                  <a:extLst>
                    <a:ext uri="{9D8B030D-6E8A-4147-A177-3AD203B41FA5}">
                      <a16:colId xmlns:a16="http://schemas.microsoft.com/office/drawing/2014/main" val="4267072206"/>
                    </a:ext>
                  </a:extLst>
                </a:gridCol>
                <a:gridCol w="899996">
                  <a:extLst>
                    <a:ext uri="{9D8B030D-6E8A-4147-A177-3AD203B41FA5}">
                      <a16:colId xmlns:a16="http://schemas.microsoft.com/office/drawing/2014/main" val="1263115191"/>
                    </a:ext>
                  </a:extLst>
                </a:gridCol>
              </a:tblGrid>
              <a:tr h="479258">
                <a:tc>
                  <a:txBody>
                    <a:bodyPr/>
                    <a:lstStyle/>
                    <a:p>
                      <a:pPr algn="l"/>
                      <a:r>
                        <a:rPr lang="es-MX" b="1" dirty="0" err="1"/>
                        <a:t>Name</a:t>
                      </a:r>
                      <a:endParaRPr lang="es-MX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b="1" dirty="0" err="1"/>
                        <a:t>Type</a:t>
                      </a:r>
                      <a:r>
                        <a:rPr lang="es-MX" b="1" dirty="0"/>
                        <a:t> 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b="1" dirty="0" err="1"/>
                        <a:t>Type</a:t>
                      </a:r>
                      <a:r>
                        <a:rPr lang="es-MX" b="1" dirty="0"/>
                        <a:t> 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b="1" dirty="0"/>
                        <a:t>Total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b="1" dirty="0"/>
                        <a:t>HP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b="1" dirty="0" err="1"/>
                        <a:t>Attack</a:t>
                      </a:r>
                      <a:endParaRPr lang="es-MX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28561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es-MX" dirty="0" err="1"/>
                        <a:t>Bulbasaur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Grass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 err="1"/>
                        <a:t>Poison</a:t>
                      </a:r>
                      <a:endParaRPr lang="es-MX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318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45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49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512759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es-MX" dirty="0" err="1"/>
                        <a:t>Raichu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Electric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MX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485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60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90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66715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Abra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 err="1"/>
                        <a:t>Psychic</a:t>
                      </a:r>
                      <a:endParaRPr lang="es-MX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MX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310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25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20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9007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es-MX" dirty="0" err="1"/>
                        <a:t>Golem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Rock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 err="1"/>
                        <a:t>Ground</a:t>
                      </a:r>
                      <a:endParaRPr lang="es-MX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495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80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120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49705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es-MX" dirty="0" err="1"/>
                        <a:t>Xatu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 err="1"/>
                        <a:t>Psychic</a:t>
                      </a:r>
                      <a:endParaRPr lang="es-MX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 err="1"/>
                        <a:t>Flying</a:t>
                      </a:r>
                      <a:endParaRPr lang="es-MX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470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65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75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260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055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63548-97CB-5023-7FF3-B1BDB24C3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806D18-B75F-BC2D-AC05-4739CE1E68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 err="1"/>
              <a:t>Prepocesamiento</a:t>
            </a:r>
            <a:r>
              <a:rPr lang="es-MX" dirty="0"/>
              <a:t> de instancia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AD43D-601F-33CC-42FF-0B8FD8B7F5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914" y="2048877"/>
            <a:ext cx="11397263" cy="2117681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Preparación y limpieza de datos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Corrección de valores faltantes o inconsistencias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Transformación de información para facilitar el análisis</a:t>
            </a:r>
          </a:p>
        </p:txBody>
      </p:sp>
      <p:pic>
        <p:nvPicPr>
          <p:cNvPr id="2050" name="Picture 2" descr="¿Qué es la preparación de datos para machine learning?">
            <a:extLst>
              <a:ext uri="{FF2B5EF4-FFF2-40B4-BE49-F238E27FC236}">
                <a16:creationId xmlns:a16="http://schemas.microsoft.com/office/drawing/2014/main" id="{B66C2172-71B8-4510-8126-48890BDD27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4F8ED"/>
              </a:clrFrom>
              <a:clrTo>
                <a:srgbClr val="E4F8E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6" t="8613" r="2129" b="11908"/>
          <a:stretch>
            <a:fillRect/>
          </a:stretch>
        </p:blipFill>
        <p:spPr bwMode="auto">
          <a:xfrm>
            <a:off x="2242867" y="3585756"/>
            <a:ext cx="7326415" cy="305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1670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C8336-E8D6-FFCC-55D9-6D6020849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B77C6E-E570-36E8-8333-C18B28B860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 err="1"/>
              <a:t>Prepocesamiento</a:t>
            </a:r>
            <a:r>
              <a:rPr lang="es-MX" dirty="0"/>
              <a:t>: Transformación de variables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B38E6-3D44-7F27-5450-6ABF561512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32141" y="2042458"/>
            <a:ext cx="3771512" cy="198828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s-ES" sz="3200" dirty="0"/>
              <a:t>Escalado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Normalización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b="1" dirty="0"/>
              <a:t>Estandarización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891463B-F383-BEBD-5EE1-1C43D2233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573" y="2152067"/>
            <a:ext cx="1812985" cy="181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D799961-CD80-9EDA-14CA-04C42E138A42}"/>
              </a:ext>
            </a:extLst>
          </p:cNvPr>
          <p:cNvSpPr txBox="1">
            <a:spLocks/>
          </p:cNvSpPr>
          <p:nvPr/>
        </p:nvSpPr>
        <p:spPr>
          <a:xfrm>
            <a:off x="5172687" y="4442604"/>
            <a:ext cx="6143777" cy="15872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s-ES" sz="3200" dirty="0"/>
              <a:t>Codificación de variables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Nominales (</a:t>
            </a:r>
            <a:r>
              <a:rPr lang="es-ES" sz="3200" dirty="0" err="1"/>
              <a:t>One</a:t>
            </a:r>
            <a:r>
              <a:rPr lang="es-ES" sz="3200" dirty="0"/>
              <a:t>-Hot </a:t>
            </a:r>
            <a:r>
              <a:rPr lang="es-ES" sz="3200" dirty="0" err="1"/>
              <a:t>Encoding</a:t>
            </a:r>
            <a:r>
              <a:rPr lang="es-ES" sz="3200" dirty="0"/>
              <a:t>)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Ordinales (Ordinal </a:t>
            </a:r>
            <a:r>
              <a:rPr lang="es-ES" sz="3200" dirty="0" err="1"/>
              <a:t>Encoding</a:t>
            </a:r>
            <a:r>
              <a:rPr lang="es-ES" sz="3200" dirty="0"/>
              <a:t>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2F526A0-2D40-ACCF-AE85-33E25BAEE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34597" y="4329741"/>
            <a:ext cx="1812985" cy="181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6374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AEA2F-EEAA-D2D3-7C63-607AC35D2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9960CF-33FC-05E7-B413-3E2AD391FD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Aplicar técnicas de Machine </a:t>
            </a:r>
            <a:r>
              <a:rPr lang="es-MX" dirty="0" err="1"/>
              <a:t>Learning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36622-D6CF-9D46-3F08-F8B057D792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914" y="1902130"/>
            <a:ext cx="11488172" cy="683172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s-ES" sz="3200" dirty="0"/>
              <a:t>Selección del método que mejor se adapte al problema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A326FD3-E3DD-0633-6593-56BEEF12A761}"/>
              </a:ext>
            </a:extLst>
          </p:cNvPr>
          <p:cNvSpPr txBox="1">
            <a:spLocks/>
          </p:cNvSpPr>
          <p:nvPr/>
        </p:nvSpPr>
        <p:spPr>
          <a:xfrm>
            <a:off x="563787" y="2747226"/>
            <a:ext cx="3294535" cy="3568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" sz="3200" dirty="0"/>
              <a:t>Aprendizaje Supervisado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Árboles de Decisión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k-NN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07BAA7D-147E-772F-D752-9DE266EAB61E}"/>
              </a:ext>
            </a:extLst>
          </p:cNvPr>
          <p:cNvSpPr txBox="1">
            <a:spLocks/>
          </p:cNvSpPr>
          <p:nvPr/>
        </p:nvSpPr>
        <p:spPr>
          <a:xfrm>
            <a:off x="8487433" y="2414717"/>
            <a:ext cx="3512635" cy="3568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" sz="3200" dirty="0"/>
              <a:t>Aprendizaje No Supervisado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b="1" dirty="0"/>
              <a:t>K-</a:t>
            </a:r>
            <a:r>
              <a:rPr lang="es-ES" sz="3200" b="1" dirty="0" err="1"/>
              <a:t>Means</a:t>
            </a:r>
            <a:endParaRPr lang="es-ES" sz="3200" b="1" dirty="0"/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DBSCAN</a:t>
            </a:r>
          </a:p>
        </p:txBody>
      </p:sp>
      <p:pic>
        <p:nvPicPr>
          <p:cNvPr id="4100" name="Picture 4" descr="All generation 1 pokemon sprites with png bg by UnKnownMcFly1985 on ...">
            <a:extLst>
              <a:ext uri="{FF2B5EF4-FFF2-40B4-BE49-F238E27FC236}">
                <a16:creationId xmlns:a16="http://schemas.microsoft.com/office/drawing/2014/main" id="{6BFE3E87-76C4-B9DF-9FB3-437ABF6DAE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52"/>
          <a:stretch>
            <a:fillRect/>
          </a:stretch>
        </p:blipFill>
        <p:spPr bwMode="auto">
          <a:xfrm>
            <a:off x="2893394" y="2205044"/>
            <a:ext cx="5793406" cy="4528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7357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2161D-2BDA-0F70-6DB5-BD33E5848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32C0D5-94B0-D502-7E2B-6F75881B9D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Interpretación de resultados (Ejemplo con K-Means)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48860-5F1D-C121-5255-F7A2806BF2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915" y="2048876"/>
            <a:ext cx="5508558" cy="4590915"/>
          </a:xfrm>
        </p:spPr>
        <p:txBody>
          <a:bodyPr anchor="ctr">
            <a:normAutofit/>
          </a:bodyPr>
          <a:lstStyle/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Se revisan los resultados del modelo (Por ejemplo, grupos formados).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Revisión de características que comparten.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Identificación de patrones relevantes.</a:t>
            </a:r>
          </a:p>
        </p:txBody>
      </p:sp>
      <p:pic>
        <p:nvPicPr>
          <p:cNvPr id="4098" name="Picture 2" descr="SO... I made this thing... This is what I feel about all the mons we ...">
            <a:extLst>
              <a:ext uri="{FF2B5EF4-FFF2-40B4-BE49-F238E27FC236}">
                <a16:creationId xmlns:a16="http://schemas.microsoft.com/office/drawing/2014/main" id="{A7F22A8F-EF5F-E17C-373E-924EABC47F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67" t="-5404" r="-2796" b="-4789"/>
          <a:stretch>
            <a:fillRect/>
          </a:stretch>
        </p:blipFill>
        <p:spPr bwMode="auto">
          <a:xfrm>
            <a:off x="5771073" y="1733906"/>
            <a:ext cx="5788324" cy="5063226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142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8CAB4-BB73-7938-9E08-F3C15BF86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C47D2F-7F53-3BFF-07DB-588E981F6C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Mejora de los modelos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88746-764F-D19C-D8CD-0EA98FAA1F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01727" y="1708034"/>
            <a:ext cx="6823494" cy="4770407"/>
          </a:xfrm>
        </p:spPr>
        <p:txBody>
          <a:bodyPr anchor="ctr">
            <a:norm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Ajuste de parámetros o hiperparámetros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Pruebas con variantes del modelo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Comparación entre distintas configuraciones</a:t>
            </a:r>
          </a:p>
        </p:txBody>
      </p:sp>
      <p:pic>
        <p:nvPicPr>
          <p:cNvPr id="5122" name="Picture 2" descr="Ajustes con parámetros Panel de ajustes y mecanismo de engranajes ...">
            <a:extLst>
              <a:ext uri="{FF2B5EF4-FFF2-40B4-BE49-F238E27FC236}">
                <a16:creationId xmlns:a16="http://schemas.microsoft.com/office/drawing/2014/main" id="{95823907-AEC5-3DBF-9EE1-FD79DB2AC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1F2F6"/>
              </a:clrFrom>
              <a:clrTo>
                <a:srgbClr val="F1F2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23" y="1997117"/>
            <a:ext cx="5217013" cy="420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529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69F03-B367-F9C8-64FC-D0D6440BE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58F20C-2211-F365-17F0-5A480A1C67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Interpretación final (Ejemplo con K-Means)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E0393-F485-F4A5-6A88-6039FFC7B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914" y="2111606"/>
            <a:ext cx="5165659" cy="4429561"/>
          </a:xfrm>
        </p:spPr>
        <p:txBody>
          <a:bodyPr>
            <a:normAutofit fontScale="77500" lnSpcReduction="20000"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Síntesis de los patrones encontrados en los clústeres.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Identificación de características clave de cada grupo.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Conclusiones sobre el comportamiento general observado.</a:t>
            </a:r>
          </a:p>
        </p:txBody>
      </p:sp>
      <p:pic>
        <p:nvPicPr>
          <p:cNvPr id="5" name="Picture 2" descr="SO... I made this thing... This is what I feel about all the mons we ...">
            <a:extLst>
              <a:ext uri="{FF2B5EF4-FFF2-40B4-BE49-F238E27FC236}">
                <a16:creationId xmlns:a16="http://schemas.microsoft.com/office/drawing/2014/main" id="{A418C381-BB19-BC94-8CF3-81FA1826FC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67" t="-5404" r="-2796" b="-4789"/>
          <a:stretch>
            <a:fillRect/>
          </a:stretch>
        </p:blipFill>
        <p:spPr bwMode="auto">
          <a:xfrm>
            <a:off x="5788325" y="1794774"/>
            <a:ext cx="5788324" cy="506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178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D7755-58AC-6262-208A-54F2AFA4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AF6616-E996-A26B-7C0E-0A633C19C3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Entrega de resultados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82CE8-EAA8-1AC9-5342-4167EE1375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1624" y="2048877"/>
            <a:ext cx="4677410" cy="4446814"/>
          </a:xfrm>
        </p:spPr>
        <p:txBody>
          <a:bodyPr>
            <a:normAutofit lnSpcReduction="10000"/>
          </a:bodyPr>
          <a:lstStyle/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Presentación visual y clara de conclusiones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Uso de gráficos, tablas, comparaciones y resúmenes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Recomendaciones o decisiones basadas en el análisis</a:t>
            </a:r>
          </a:p>
          <a:p>
            <a:pPr algn="just">
              <a:lnSpc>
                <a:spcPct val="100000"/>
              </a:lnSpc>
            </a:pPr>
            <a:endParaRPr lang="es-ES" sz="3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EE5742-66B9-C22E-E4C5-51289CBC9A2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79034" y="1740206"/>
            <a:ext cx="4031294" cy="302347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812910B-76D3-A44A-D993-254C48472FA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93787" y="2881221"/>
            <a:ext cx="5736567" cy="430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56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4692923"/>
      </p:ext>
    </p:extLst>
  </p:cSld>
  <p:clrMapOvr>
    <a:masterClrMapping/>
  </p:clrMapOvr>
</p:sld>
</file>

<file path=ppt/theme/theme1.xml><?xml version="1.0" encoding="utf-8"?>
<a:theme xmlns:a="http://schemas.openxmlformats.org/drawingml/2006/main" name="Títul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ón1" id="{9E68FBA4-3CED-4449-983E-9D8A04E94EC1}" vid="{CEA1C9E3-805A-4FFA-A6A5-E948D025F6F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1411</TotalTime>
  <Words>587</Words>
  <Application>Microsoft Macintosh PowerPoint</Application>
  <PresentationFormat>Widescreen</PresentationFormat>
  <Paragraphs>158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Aptos</vt:lpstr>
      <vt:lpstr>Aptos Display</vt:lpstr>
      <vt:lpstr>Arial</vt:lpstr>
      <vt:lpstr>Arial Narrow</vt:lpstr>
      <vt:lpstr>Calibri</vt:lpstr>
      <vt:lpstr>Edwardian Script ITC</vt:lpstr>
      <vt:lpstr>Visby</vt:lpstr>
      <vt:lpstr>Visby CF Bold</vt:lpstr>
      <vt:lpstr>Visby CF Light</vt:lpstr>
      <vt:lpstr>Visby CF Medium</vt:lpstr>
      <vt:lpstr>Visby Medium</vt:lpstr>
      <vt:lpstr>Título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Estrada Andrade Jesús Eduardo</dc:creator>
  <cp:lastModifiedBy>Garcia Ruiz Alejandro Humberto</cp:lastModifiedBy>
  <cp:revision>38</cp:revision>
  <dcterms:created xsi:type="dcterms:W3CDTF">2025-09-23T19:33:43Z</dcterms:created>
  <dcterms:modified xsi:type="dcterms:W3CDTF">2025-11-28T13:58:33Z</dcterms:modified>
</cp:coreProperties>
</file>