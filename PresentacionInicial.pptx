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816"/>
    <a:srgbClr val="C35353"/>
    <a:srgbClr val="FF6D6D"/>
    <a:srgbClr val="FF2121"/>
    <a:srgbClr val="ADD4F1"/>
    <a:srgbClr val="ED1F27"/>
    <a:srgbClr val="FEECED"/>
    <a:srgbClr val="840716"/>
    <a:srgbClr val="54040E"/>
    <a:srgbClr val="7062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2BEF5-B746-44A3-8A22-221AA427FED7}" v="251" dt="2025-11-28T09:46:54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 autoAdjust="0"/>
    <p:restoredTop sz="94647"/>
  </p:normalViewPr>
  <p:slideViewPr>
    <p:cSldViewPr snapToGrid="0">
      <p:cViewPr varScale="1">
        <p:scale>
          <a:sx n="123" d="100"/>
          <a:sy n="123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238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mente Villegas Jose Adan" userId="358eeecf-800f-4053-bdfe-ca2873666dbd" providerId="ADAL" clId="{C9BF66C6-EE2D-4487-B8F4-0ADA10212A64}"/>
    <pc:docChg chg="undo redo custSel addSld delSld modSld sldOrd modMainMaster">
      <pc:chgData name="Clemente Villegas Jose Adan" userId="358eeecf-800f-4053-bdfe-ca2873666dbd" providerId="ADAL" clId="{C9BF66C6-EE2D-4487-B8F4-0ADA10212A64}" dt="2025-11-28T09:47:14.683" v="4591" actId="1076"/>
      <pc:docMkLst>
        <pc:docMk/>
      </pc:docMkLst>
      <pc:sldChg chg="modSp mod">
        <pc:chgData name="Clemente Villegas Jose Adan" userId="358eeecf-800f-4053-bdfe-ca2873666dbd" providerId="ADAL" clId="{C9BF66C6-EE2D-4487-B8F4-0ADA10212A64}" dt="2025-11-25T22:07:16.553" v="0" actId="1036"/>
        <pc:sldMkLst>
          <pc:docMk/>
          <pc:sldMk cId="3167760474" sldId="261"/>
        </pc:sldMkLst>
        <pc:spChg chg="mod">
          <ac:chgData name="Clemente Villegas Jose Adan" userId="358eeecf-800f-4053-bdfe-ca2873666dbd" providerId="ADAL" clId="{C9BF66C6-EE2D-4487-B8F4-0ADA10212A64}" dt="2025-11-25T22:07:16.553" v="0" actId="1036"/>
          <ac:spMkLst>
            <pc:docMk/>
            <pc:sldMk cId="3167760474" sldId="261"/>
            <ac:spMk id="2" creationId="{A1E13820-030B-CEAE-DA16-F991AD05DE01}"/>
          </ac:spMkLst>
        </pc:spChg>
      </pc:sldChg>
      <pc:sldChg chg="modSp mod">
        <pc:chgData name="Clemente Villegas Jose Adan" userId="358eeecf-800f-4053-bdfe-ca2873666dbd" providerId="ADAL" clId="{C9BF66C6-EE2D-4487-B8F4-0ADA10212A64}" dt="2025-11-25T23:29:25.572" v="299" actId="20577"/>
        <pc:sldMkLst>
          <pc:docMk/>
          <pc:sldMk cId="128730838" sldId="263"/>
        </pc:sldMkLst>
        <pc:spChg chg="mod">
          <ac:chgData name="Clemente Villegas Jose Adan" userId="358eeecf-800f-4053-bdfe-ca2873666dbd" providerId="ADAL" clId="{C9BF66C6-EE2D-4487-B8F4-0ADA10212A64}" dt="2025-11-25T23:29:25.572" v="299" actId="20577"/>
          <ac:spMkLst>
            <pc:docMk/>
            <pc:sldMk cId="128730838" sldId="263"/>
            <ac:spMk id="3" creationId="{5D48778D-F0CD-C207-2593-F8A276978B85}"/>
          </ac:spMkLst>
        </pc:spChg>
      </pc:sldChg>
      <pc:sldChg chg="ord">
        <pc:chgData name="Clemente Villegas Jose Adan" userId="358eeecf-800f-4053-bdfe-ca2873666dbd" providerId="ADAL" clId="{C9BF66C6-EE2D-4487-B8F4-0ADA10212A64}" dt="2025-11-25T23:32:55.296" v="648"/>
        <pc:sldMkLst>
          <pc:docMk/>
          <pc:sldMk cId="1738551623" sldId="265"/>
        </pc:sldMkLst>
      </pc:sldChg>
      <pc:sldChg chg="modSp mod ord">
        <pc:chgData name="Clemente Villegas Jose Adan" userId="358eeecf-800f-4053-bdfe-ca2873666dbd" providerId="ADAL" clId="{C9BF66C6-EE2D-4487-B8F4-0ADA10212A64}" dt="2025-11-26T04:23:43.682" v="901"/>
        <pc:sldMkLst>
          <pc:docMk/>
          <pc:sldMk cId="2096586663" sldId="273"/>
        </pc:sldMkLst>
        <pc:spChg chg="mod">
          <ac:chgData name="Clemente Villegas Jose Adan" userId="358eeecf-800f-4053-bdfe-ca2873666dbd" providerId="ADAL" clId="{C9BF66C6-EE2D-4487-B8F4-0ADA10212A64}" dt="2025-11-25T22:45:52.101" v="4" actId="1036"/>
          <ac:spMkLst>
            <pc:docMk/>
            <pc:sldMk cId="2096586663" sldId="273"/>
            <ac:spMk id="8" creationId="{43791223-F09D-A9E3-543C-824B5BAB024A}"/>
          </ac:spMkLst>
        </pc:spChg>
        <pc:spChg chg="mod">
          <ac:chgData name="Clemente Villegas Jose Adan" userId="358eeecf-800f-4053-bdfe-ca2873666dbd" providerId="ADAL" clId="{C9BF66C6-EE2D-4487-B8F4-0ADA10212A64}" dt="2025-11-25T22:44:33.428" v="2" actId="1076"/>
          <ac:spMkLst>
            <pc:docMk/>
            <pc:sldMk cId="2096586663" sldId="273"/>
            <ac:spMk id="11" creationId="{75BBC9EB-1253-0A22-B099-1410C35B999E}"/>
          </ac:spMkLst>
        </pc:spChg>
      </pc:sldChg>
      <pc:sldChg chg="modSp mod ord modShow">
        <pc:chgData name="Clemente Villegas Jose Adan" userId="358eeecf-800f-4053-bdfe-ca2873666dbd" providerId="ADAL" clId="{C9BF66C6-EE2D-4487-B8F4-0ADA10212A64}" dt="2025-11-26T04:56:54.339" v="1219" actId="1035"/>
        <pc:sldMkLst>
          <pc:docMk/>
          <pc:sldMk cId="1176102253" sldId="274"/>
        </pc:sldMkLst>
        <pc:spChg chg="mod">
          <ac:chgData name="Clemente Villegas Jose Adan" userId="358eeecf-800f-4053-bdfe-ca2873666dbd" providerId="ADAL" clId="{C9BF66C6-EE2D-4487-B8F4-0ADA10212A64}" dt="2025-11-26T04:56:54.339" v="1219" actId="1035"/>
          <ac:spMkLst>
            <pc:docMk/>
            <pc:sldMk cId="1176102253" sldId="274"/>
            <ac:spMk id="3" creationId="{B39046E7-9204-FB85-2A6F-EBA982B3A10C}"/>
          </ac:spMkLst>
        </pc:spChg>
      </pc:sldChg>
      <pc:sldChg chg="modSp mod ord modShow">
        <pc:chgData name="Clemente Villegas Jose Adan" userId="358eeecf-800f-4053-bdfe-ca2873666dbd" providerId="ADAL" clId="{C9BF66C6-EE2D-4487-B8F4-0ADA10212A64}" dt="2025-11-26T04:57:42.667" v="1239" actId="1035"/>
        <pc:sldMkLst>
          <pc:docMk/>
          <pc:sldMk cId="1820283010" sldId="276"/>
        </pc:sldMkLst>
        <pc:spChg chg="mod">
          <ac:chgData name="Clemente Villegas Jose Adan" userId="358eeecf-800f-4053-bdfe-ca2873666dbd" providerId="ADAL" clId="{C9BF66C6-EE2D-4487-B8F4-0ADA10212A64}" dt="2025-11-26T04:57:23.161" v="1226" actId="20577"/>
          <ac:spMkLst>
            <pc:docMk/>
            <pc:sldMk cId="1820283010" sldId="276"/>
            <ac:spMk id="3" creationId="{4F175BBC-9BB1-7DC5-9003-6DAE6E43EA82}"/>
          </ac:spMkLst>
        </pc:spChg>
        <pc:picChg chg="mod">
          <ac:chgData name="Clemente Villegas Jose Adan" userId="358eeecf-800f-4053-bdfe-ca2873666dbd" providerId="ADAL" clId="{C9BF66C6-EE2D-4487-B8F4-0ADA10212A64}" dt="2025-11-26T04:57:42.667" v="1239" actId="1035"/>
          <ac:picMkLst>
            <pc:docMk/>
            <pc:sldMk cId="1820283010" sldId="276"/>
            <ac:picMk id="7170" creationId="{BED079AC-2CFD-5A68-6A0D-C29FB72A7042}"/>
          </ac:picMkLst>
        </pc:picChg>
      </pc:sldChg>
      <pc:sldChg chg="del mod ord modShow">
        <pc:chgData name="Clemente Villegas Jose Adan" userId="358eeecf-800f-4053-bdfe-ca2873666dbd" providerId="ADAL" clId="{C9BF66C6-EE2D-4487-B8F4-0ADA10212A64}" dt="2025-11-28T09:35:05.433" v="4512" actId="2696"/>
        <pc:sldMkLst>
          <pc:docMk/>
          <pc:sldMk cId="2664553399" sldId="279"/>
        </pc:sldMkLst>
      </pc:sldChg>
      <pc:sldChg chg="del mod modShow">
        <pc:chgData name="Clemente Villegas Jose Adan" userId="358eeecf-800f-4053-bdfe-ca2873666dbd" providerId="ADAL" clId="{C9BF66C6-EE2D-4487-B8F4-0ADA10212A64}" dt="2025-11-28T09:35:12.407" v="4515" actId="2696"/>
        <pc:sldMkLst>
          <pc:docMk/>
          <pc:sldMk cId="204717033" sldId="280"/>
        </pc:sldMkLst>
      </pc:sldChg>
      <pc:sldChg chg="addSp delSp modSp add mod ord modShow">
        <pc:chgData name="Clemente Villegas Jose Adan" userId="358eeecf-800f-4053-bdfe-ca2873666dbd" providerId="ADAL" clId="{C9BF66C6-EE2D-4487-B8F4-0ADA10212A64}" dt="2025-11-26T04:28:24.488" v="972" actId="1036"/>
        <pc:sldMkLst>
          <pc:docMk/>
          <pc:sldMk cId="103452603" sldId="282"/>
        </pc:sldMkLst>
        <pc:spChg chg="mod">
          <ac:chgData name="Clemente Villegas Jose Adan" userId="358eeecf-800f-4053-bdfe-ca2873666dbd" providerId="ADAL" clId="{C9BF66C6-EE2D-4487-B8F4-0ADA10212A64}" dt="2025-11-25T23:30:10.057" v="358" actId="20577"/>
          <ac:spMkLst>
            <pc:docMk/>
            <pc:sldMk cId="103452603" sldId="282"/>
            <ac:spMk id="2" creationId="{44141855-AF7B-C2C0-87D6-1705413E9A1C}"/>
          </ac:spMkLst>
        </pc:spChg>
        <pc:spChg chg="mod">
          <ac:chgData name="Clemente Villegas Jose Adan" userId="358eeecf-800f-4053-bdfe-ca2873666dbd" providerId="ADAL" clId="{C9BF66C6-EE2D-4487-B8F4-0ADA10212A64}" dt="2025-11-26T04:28:24.488" v="972" actId="1036"/>
          <ac:spMkLst>
            <pc:docMk/>
            <pc:sldMk cId="103452603" sldId="282"/>
            <ac:spMk id="3" creationId="{1885671C-AF7A-1452-6CF0-4CD3CF0C4BE6}"/>
          </ac:spMkLst>
        </pc:spChg>
        <pc:picChg chg="add mod">
          <ac:chgData name="Clemente Villegas Jose Adan" userId="358eeecf-800f-4053-bdfe-ca2873666dbd" providerId="ADAL" clId="{C9BF66C6-EE2D-4487-B8F4-0ADA10212A64}" dt="2025-11-26T04:28:17.417" v="940" actId="1037"/>
          <ac:picMkLst>
            <pc:docMk/>
            <pc:sldMk cId="103452603" sldId="282"/>
            <ac:picMk id="2050" creationId="{7F8FBAB0-3710-4A27-4CA4-4E1E3F7EF06E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6T04:12:30.747" v="788" actId="14100"/>
        <pc:sldMkLst>
          <pc:docMk/>
          <pc:sldMk cId="48651055" sldId="283"/>
        </pc:sldMkLst>
        <pc:spChg chg="mod">
          <ac:chgData name="Clemente Villegas Jose Adan" userId="358eeecf-800f-4053-bdfe-ca2873666dbd" providerId="ADAL" clId="{C9BF66C6-EE2D-4487-B8F4-0ADA10212A64}" dt="2025-11-25T23:16:41.772" v="89" actId="20577"/>
          <ac:spMkLst>
            <pc:docMk/>
            <pc:sldMk cId="48651055" sldId="283"/>
            <ac:spMk id="2" creationId="{95EBDC5B-F165-882F-A812-01BE9C7D3C6E}"/>
          </ac:spMkLst>
        </pc:spChg>
        <pc:spChg chg="mod">
          <ac:chgData name="Clemente Villegas Jose Adan" userId="358eeecf-800f-4053-bdfe-ca2873666dbd" providerId="ADAL" clId="{C9BF66C6-EE2D-4487-B8F4-0ADA10212A64}" dt="2025-11-26T04:12:30.747" v="788" actId="14100"/>
          <ac:spMkLst>
            <pc:docMk/>
            <pc:sldMk cId="48651055" sldId="283"/>
            <ac:spMk id="3" creationId="{6496B5B3-9210-3101-6A5A-5B9B7E91BDBD}"/>
          </ac:spMkLst>
        </pc:spChg>
        <pc:picChg chg="add mod">
          <ac:chgData name="Clemente Villegas Jose Adan" userId="358eeecf-800f-4053-bdfe-ca2873666dbd" providerId="ADAL" clId="{C9BF66C6-EE2D-4487-B8F4-0ADA10212A64}" dt="2025-11-26T04:12:05.530" v="782" actId="1076"/>
          <ac:picMkLst>
            <pc:docMk/>
            <pc:sldMk cId="48651055" sldId="283"/>
            <ac:picMk id="1030" creationId="{B6AA3321-84E4-4678-CA9D-E621D8627F10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41:39.947" v="4550" actId="732"/>
        <pc:sldMkLst>
          <pc:docMk/>
          <pc:sldMk cId="739693739" sldId="287"/>
        </pc:sldMkLst>
        <pc:spChg chg="mod">
          <ac:chgData name="Clemente Villegas Jose Adan" userId="358eeecf-800f-4053-bdfe-ca2873666dbd" providerId="ADAL" clId="{C9BF66C6-EE2D-4487-B8F4-0ADA10212A64}" dt="2025-11-25T23:54:19.908" v="742" actId="20577"/>
          <ac:spMkLst>
            <pc:docMk/>
            <pc:sldMk cId="739693739" sldId="287"/>
            <ac:spMk id="2" creationId="{86D4EC79-D531-6A88-62A5-F46C4F195613}"/>
          </ac:spMkLst>
        </pc:spChg>
        <pc:spChg chg="mod">
          <ac:chgData name="Clemente Villegas Jose Adan" userId="358eeecf-800f-4053-bdfe-ca2873666dbd" providerId="ADAL" clId="{C9BF66C6-EE2D-4487-B8F4-0ADA10212A64}" dt="2025-11-28T09:41:27.679" v="4549" actId="14100"/>
          <ac:spMkLst>
            <pc:docMk/>
            <pc:sldMk cId="739693739" sldId="287"/>
            <ac:spMk id="3" creationId="{4B97C20D-0F7D-02D0-9984-0C9CC7D44467}"/>
          </ac:spMkLst>
        </pc:spChg>
        <pc:spChg chg="add">
          <ac:chgData name="Clemente Villegas Jose Adan" userId="358eeecf-800f-4053-bdfe-ca2873666dbd" providerId="ADAL" clId="{C9BF66C6-EE2D-4487-B8F4-0ADA10212A64}" dt="2025-11-28T09:40:32.578" v="4529"/>
          <ac:spMkLst>
            <pc:docMk/>
            <pc:sldMk cId="739693739" sldId="287"/>
            <ac:spMk id="4" creationId="{87CED790-D315-768C-46AB-032E8D568C1B}"/>
          </ac:spMkLst>
        </pc:spChg>
        <pc:picChg chg="add mod modCrop">
          <ac:chgData name="Clemente Villegas Jose Adan" userId="358eeecf-800f-4053-bdfe-ca2873666dbd" providerId="ADAL" clId="{C9BF66C6-EE2D-4487-B8F4-0ADA10212A64}" dt="2025-11-28T09:41:39.947" v="4550" actId="732"/>
          <ac:picMkLst>
            <pc:docMk/>
            <pc:sldMk cId="739693739" sldId="287"/>
            <ac:picMk id="5" creationId="{A73EA370-50DA-2772-9C30-8CC44FA1AA93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38:15.488" v="4528"/>
        <pc:sldMkLst>
          <pc:docMk/>
          <pc:sldMk cId="2711406996" sldId="288"/>
        </pc:sldMkLst>
        <pc:spChg chg="mod">
          <ac:chgData name="Clemente Villegas Jose Adan" userId="358eeecf-800f-4053-bdfe-ca2873666dbd" providerId="ADAL" clId="{C9BF66C6-EE2D-4487-B8F4-0ADA10212A64}" dt="2025-11-26T04:44:36.173" v="1011" actId="12"/>
          <ac:spMkLst>
            <pc:docMk/>
            <pc:sldMk cId="2711406996" sldId="288"/>
            <ac:spMk id="3" creationId="{0A74A231-E561-2980-96EB-2B1DC2F850A8}"/>
          </ac:spMkLst>
        </pc:spChg>
        <pc:picChg chg="add mod modCrop">
          <ac:chgData name="Clemente Villegas Jose Adan" userId="358eeecf-800f-4053-bdfe-ca2873666dbd" providerId="ADAL" clId="{C9BF66C6-EE2D-4487-B8F4-0ADA10212A64}" dt="2025-11-28T09:38:15.488" v="4528"/>
          <ac:picMkLst>
            <pc:docMk/>
            <pc:sldMk cId="2711406996" sldId="288"/>
            <ac:picMk id="5" creationId="{6404AD5F-9C81-4632-C4CA-3E6D987D307B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9:47:14.683" v="4591" actId="1076"/>
        <pc:sldMkLst>
          <pc:docMk/>
          <pc:sldMk cId="2488732516" sldId="290"/>
        </pc:sldMkLst>
        <pc:spChg chg="mod">
          <ac:chgData name="Clemente Villegas Jose Adan" userId="358eeecf-800f-4053-bdfe-ca2873666dbd" providerId="ADAL" clId="{C9BF66C6-EE2D-4487-B8F4-0ADA10212A64}" dt="2025-11-26T04:49:52.147" v="1067" actId="20577"/>
          <ac:spMkLst>
            <pc:docMk/>
            <pc:sldMk cId="2488732516" sldId="290"/>
            <ac:spMk id="2" creationId="{A8DD58BC-20F1-7683-13C0-5D0C14F06AE9}"/>
          </ac:spMkLst>
        </pc:spChg>
        <pc:spChg chg="mod">
          <ac:chgData name="Clemente Villegas Jose Adan" userId="358eeecf-800f-4053-bdfe-ca2873666dbd" providerId="ADAL" clId="{C9BF66C6-EE2D-4487-B8F4-0ADA10212A64}" dt="2025-11-28T09:47:14.683" v="4591" actId="1076"/>
          <ac:spMkLst>
            <pc:docMk/>
            <pc:sldMk cId="2488732516" sldId="290"/>
            <ac:spMk id="3" creationId="{3B5B67FA-D849-5841-4BDD-6B9A03FB537B}"/>
          </ac:spMkLst>
        </pc:spChg>
        <pc:picChg chg="add mod">
          <ac:chgData name="Clemente Villegas Jose Adan" userId="358eeecf-800f-4053-bdfe-ca2873666dbd" providerId="ADAL" clId="{C9BF66C6-EE2D-4487-B8F4-0ADA10212A64}" dt="2025-11-28T09:46:54.787" v="4586" actId="1076"/>
          <ac:picMkLst>
            <pc:docMk/>
            <pc:sldMk cId="2488732516" sldId="290"/>
            <ac:picMk id="9218" creationId="{04549C97-BCA3-29C7-20F9-8532C4EA8023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7:57:36.078" v="3436" actId="14100"/>
        <pc:sldMkLst>
          <pc:docMk/>
          <pc:sldMk cId="3129054407" sldId="291"/>
        </pc:sldMkLst>
        <pc:spChg chg="mod">
          <ac:chgData name="Clemente Villegas Jose Adan" userId="358eeecf-800f-4053-bdfe-ca2873666dbd" providerId="ADAL" clId="{C9BF66C6-EE2D-4487-B8F4-0ADA10212A64}" dt="2025-11-26T05:04:47.747" v="1378" actId="20577"/>
          <ac:spMkLst>
            <pc:docMk/>
            <pc:sldMk cId="3129054407" sldId="291"/>
            <ac:spMk id="2" creationId="{261EF1AE-1A60-8902-BA8B-264410039DC8}"/>
          </ac:spMkLst>
        </pc:spChg>
        <pc:spChg chg="mod">
          <ac:chgData name="Clemente Villegas Jose Adan" userId="358eeecf-800f-4053-bdfe-ca2873666dbd" providerId="ADAL" clId="{C9BF66C6-EE2D-4487-B8F4-0ADA10212A64}" dt="2025-11-28T07:57:36.078" v="3436" actId="14100"/>
          <ac:spMkLst>
            <pc:docMk/>
            <pc:sldMk cId="3129054407" sldId="291"/>
            <ac:spMk id="3" creationId="{E7218418-06EC-293C-DF04-9E20E86ED84E}"/>
          </ac:spMkLst>
        </pc:spChg>
        <pc:picChg chg="add mod">
          <ac:chgData name="Clemente Villegas Jose Adan" userId="358eeecf-800f-4053-bdfe-ca2873666dbd" providerId="ADAL" clId="{C9BF66C6-EE2D-4487-B8F4-0ADA10212A64}" dt="2025-11-28T07:57:28.467" v="3435" actId="1076"/>
          <ac:picMkLst>
            <pc:docMk/>
            <pc:sldMk cId="3129054407" sldId="291"/>
            <ac:picMk id="5" creationId="{0A3214C4-F69B-02AA-A480-452C46A69425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7:57:40.819" v="3438" actId="1076"/>
        <pc:sldMkLst>
          <pc:docMk/>
          <pc:sldMk cId="3061731894" sldId="292"/>
        </pc:sldMkLst>
        <pc:spChg chg="mod">
          <ac:chgData name="Clemente Villegas Jose Adan" userId="358eeecf-800f-4053-bdfe-ca2873666dbd" providerId="ADAL" clId="{C9BF66C6-EE2D-4487-B8F4-0ADA10212A64}" dt="2025-11-26T05:11:29.329" v="1394" actId="242"/>
          <ac:spMkLst>
            <pc:docMk/>
            <pc:sldMk cId="3061731894" sldId="292"/>
            <ac:spMk id="3" creationId="{E9F1EABC-DCC1-60EC-8DA7-59FE16B44869}"/>
          </ac:spMkLst>
        </pc:spChg>
        <pc:picChg chg="add mod">
          <ac:chgData name="Clemente Villegas Jose Adan" userId="358eeecf-800f-4053-bdfe-ca2873666dbd" providerId="ADAL" clId="{C9BF66C6-EE2D-4487-B8F4-0ADA10212A64}" dt="2025-11-28T07:57:40.819" v="3438" actId="1076"/>
          <ac:picMkLst>
            <pc:docMk/>
            <pc:sldMk cId="3061731894" sldId="292"/>
            <ac:picMk id="6" creationId="{CA15E220-2C90-C40A-B9AD-0CEE7EFFB666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7:58:16.472" v="3453" actId="242"/>
        <pc:sldMkLst>
          <pc:docMk/>
          <pc:sldMk cId="2973663980" sldId="293"/>
        </pc:sldMkLst>
        <pc:spChg chg="mod">
          <ac:chgData name="Clemente Villegas Jose Adan" userId="358eeecf-800f-4053-bdfe-ca2873666dbd" providerId="ADAL" clId="{C9BF66C6-EE2D-4487-B8F4-0ADA10212A64}" dt="2025-11-26T05:04:31.271" v="1339" actId="20577"/>
          <ac:spMkLst>
            <pc:docMk/>
            <pc:sldMk cId="2973663980" sldId="293"/>
            <ac:spMk id="2" creationId="{F21B8247-2E76-2A7C-5220-FB598A5A1668}"/>
          </ac:spMkLst>
        </pc:spChg>
        <pc:spChg chg="mod">
          <ac:chgData name="Clemente Villegas Jose Adan" userId="358eeecf-800f-4053-bdfe-ca2873666dbd" providerId="ADAL" clId="{C9BF66C6-EE2D-4487-B8F4-0ADA10212A64}" dt="2025-11-28T07:58:16.472" v="3453" actId="242"/>
          <ac:spMkLst>
            <pc:docMk/>
            <pc:sldMk cId="2973663980" sldId="293"/>
            <ac:spMk id="3" creationId="{07FF2FE0-77F2-1516-54ED-9B2F8B7F846B}"/>
          </ac:spMkLst>
        </pc:spChg>
        <pc:picChg chg="add mod">
          <ac:chgData name="Clemente Villegas Jose Adan" userId="358eeecf-800f-4053-bdfe-ca2873666dbd" providerId="ADAL" clId="{C9BF66C6-EE2D-4487-B8F4-0ADA10212A64}" dt="2025-11-28T07:58:06.150" v="3447" actId="1076"/>
          <ac:picMkLst>
            <pc:docMk/>
            <pc:sldMk cId="2973663980" sldId="293"/>
            <ac:picMk id="5" creationId="{9C1C86A7-D926-4784-B8E6-EC46F6C2FC66}"/>
          </ac:picMkLst>
        </pc:picChg>
      </pc:sldChg>
      <pc:sldChg chg="modSp add del mod">
        <pc:chgData name="Clemente Villegas Jose Adan" userId="358eeecf-800f-4053-bdfe-ca2873666dbd" providerId="ADAL" clId="{C9BF66C6-EE2D-4487-B8F4-0ADA10212A64}" dt="2025-11-27T20:11:22.841" v="2404" actId="47"/>
        <pc:sldMkLst>
          <pc:docMk/>
          <pc:sldMk cId="1121858738" sldId="294"/>
        </pc:sldMkLst>
        <pc:spChg chg="mod">
          <ac:chgData name="Clemente Villegas Jose Adan" userId="358eeecf-800f-4053-bdfe-ca2873666dbd" providerId="ADAL" clId="{C9BF66C6-EE2D-4487-B8F4-0ADA10212A64}" dt="2025-11-27T19:52:55.833" v="1452" actId="20577"/>
          <ac:spMkLst>
            <pc:docMk/>
            <pc:sldMk cId="1121858738" sldId="294"/>
            <ac:spMk id="2" creationId="{1732188C-EA63-A561-1CBA-4D734C51A4AD}"/>
          </ac:spMkLst>
        </pc:spChg>
        <pc:spChg chg="mod">
          <ac:chgData name="Clemente Villegas Jose Adan" userId="358eeecf-800f-4053-bdfe-ca2873666dbd" providerId="ADAL" clId="{C9BF66C6-EE2D-4487-B8F4-0ADA10212A64}" dt="2025-11-27T19:56:08.190" v="1652" actId="20577"/>
          <ac:spMkLst>
            <pc:docMk/>
            <pc:sldMk cId="1121858738" sldId="294"/>
            <ac:spMk id="3" creationId="{3805DD3C-5E0C-4A90-1E2B-47DB09C4AF35}"/>
          </ac:spMkLst>
        </pc:spChg>
      </pc:sldChg>
      <pc:sldChg chg="addSp delSp modSp add mod">
        <pc:chgData name="Clemente Villegas Jose Adan" userId="358eeecf-800f-4053-bdfe-ca2873666dbd" providerId="ADAL" clId="{C9BF66C6-EE2D-4487-B8F4-0ADA10212A64}" dt="2025-11-28T08:34:42.563" v="3807" actId="14826"/>
        <pc:sldMkLst>
          <pc:docMk/>
          <pc:sldMk cId="271491706" sldId="295"/>
        </pc:sldMkLst>
        <pc:spChg chg="mod">
          <ac:chgData name="Clemente Villegas Jose Adan" userId="358eeecf-800f-4053-bdfe-ca2873666dbd" providerId="ADAL" clId="{C9BF66C6-EE2D-4487-B8F4-0ADA10212A64}" dt="2025-11-27T20:35:32.672" v="2843" actId="20577"/>
          <ac:spMkLst>
            <pc:docMk/>
            <pc:sldMk cId="271491706" sldId="295"/>
            <ac:spMk id="2" creationId="{536042C5-BD06-DC96-6CF8-4B5F820F6B04}"/>
          </ac:spMkLst>
        </pc:spChg>
        <pc:spChg chg="mod">
          <ac:chgData name="Clemente Villegas Jose Adan" userId="358eeecf-800f-4053-bdfe-ca2873666dbd" providerId="ADAL" clId="{C9BF66C6-EE2D-4487-B8F4-0ADA10212A64}" dt="2025-11-28T08:24:01.105" v="3624" actId="14100"/>
          <ac:spMkLst>
            <pc:docMk/>
            <pc:sldMk cId="271491706" sldId="295"/>
            <ac:spMk id="3" creationId="{E8D09432-F824-BC41-E620-363CBE40B4AE}"/>
          </ac:spMkLst>
        </pc:spChg>
        <pc:spChg chg="add del mod">
          <ac:chgData name="Clemente Villegas Jose Adan" userId="358eeecf-800f-4053-bdfe-ca2873666dbd" providerId="ADAL" clId="{C9BF66C6-EE2D-4487-B8F4-0ADA10212A64}" dt="2025-11-28T08:23:30.091" v="3610" actId="478"/>
          <ac:spMkLst>
            <pc:docMk/>
            <pc:sldMk cId="271491706" sldId="295"/>
            <ac:spMk id="5" creationId="{7D3F20B6-F080-3C1F-0ADC-D18BC57070BB}"/>
          </ac:spMkLst>
        </pc:spChg>
        <pc:spChg chg="add del mod">
          <ac:chgData name="Clemente Villegas Jose Adan" userId="358eeecf-800f-4053-bdfe-ca2873666dbd" providerId="ADAL" clId="{C9BF66C6-EE2D-4487-B8F4-0ADA10212A64}" dt="2025-11-28T08:19:45.677" v="3515"/>
          <ac:spMkLst>
            <pc:docMk/>
            <pc:sldMk cId="271491706" sldId="295"/>
            <ac:spMk id="7" creationId="{FB6DA056-84C9-1318-760F-D852FE1876A6}"/>
          </ac:spMkLst>
        </pc:spChg>
        <pc:spChg chg="add mod">
          <ac:chgData name="Clemente Villegas Jose Adan" userId="358eeecf-800f-4053-bdfe-ca2873666dbd" providerId="ADAL" clId="{C9BF66C6-EE2D-4487-B8F4-0ADA10212A64}" dt="2025-11-28T08:24:09.479" v="3638" actId="1038"/>
          <ac:spMkLst>
            <pc:docMk/>
            <pc:sldMk cId="271491706" sldId="295"/>
            <ac:spMk id="8" creationId="{92D0D2DE-40D2-6F18-A1E6-E0AA0FABE845}"/>
          </ac:spMkLst>
        </pc:spChg>
        <pc:spChg chg="add mod">
          <ac:chgData name="Clemente Villegas Jose Adan" userId="358eeecf-800f-4053-bdfe-ca2873666dbd" providerId="ADAL" clId="{C9BF66C6-EE2D-4487-B8F4-0ADA10212A64}" dt="2025-11-28T08:24:09.479" v="3638" actId="1038"/>
          <ac:spMkLst>
            <pc:docMk/>
            <pc:sldMk cId="271491706" sldId="295"/>
            <ac:spMk id="9" creationId="{F42CA749-86FD-F6C5-3763-86F6D7082100}"/>
          </ac:spMkLst>
        </pc:spChg>
        <pc:spChg chg="mod">
          <ac:chgData name="Clemente Villegas Jose Adan" userId="358eeecf-800f-4053-bdfe-ca2873666dbd" providerId="ADAL" clId="{C9BF66C6-EE2D-4487-B8F4-0ADA10212A64}" dt="2025-11-28T08:29:19.317" v="3738" actId="14826"/>
          <ac:spMkLst>
            <pc:docMk/>
            <pc:sldMk cId="271491706" sldId="295"/>
            <ac:spMk id="14" creationId="{AF4E27A4-F9E9-D558-70E1-A51D9031E62C}"/>
          </ac:spMkLst>
        </pc:spChg>
        <pc:spChg chg="mod">
          <ac:chgData name="Clemente Villegas Jose Adan" userId="358eeecf-800f-4053-bdfe-ca2873666dbd" providerId="ADAL" clId="{C9BF66C6-EE2D-4487-B8F4-0ADA10212A64}" dt="2025-11-28T08:29:19.317" v="3738" actId="14826"/>
          <ac:spMkLst>
            <pc:docMk/>
            <pc:sldMk cId="271491706" sldId="295"/>
            <ac:spMk id="15" creationId="{90030542-D198-D61C-EBFD-98FADFBB7C82}"/>
          </ac:spMkLst>
        </pc:spChg>
        <pc:spChg chg="mod">
          <ac:chgData name="Clemente Villegas Jose Adan" userId="358eeecf-800f-4053-bdfe-ca2873666dbd" providerId="ADAL" clId="{C9BF66C6-EE2D-4487-B8F4-0ADA10212A64}" dt="2025-11-28T08:25:35.068" v="3672" actId="14826"/>
          <ac:spMkLst>
            <pc:docMk/>
            <pc:sldMk cId="271491706" sldId="295"/>
            <ac:spMk id="19" creationId="{8FF43CA4-83A2-B11B-5B26-447E53D2A9E2}"/>
          </ac:spMkLst>
        </pc:spChg>
        <pc:spChg chg="mod">
          <ac:chgData name="Clemente Villegas Jose Adan" userId="358eeecf-800f-4053-bdfe-ca2873666dbd" providerId="ADAL" clId="{C9BF66C6-EE2D-4487-B8F4-0ADA10212A64}" dt="2025-11-28T08:25:35.068" v="3672" actId="14826"/>
          <ac:spMkLst>
            <pc:docMk/>
            <pc:sldMk cId="271491706" sldId="295"/>
            <ac:spMk id="20" creationId="{C73EA036-7BE3-AB05-98FB-63045CCF6725}"/>
          </ac:spMkLst>
        </pc:spChg>
        <pc:spChg chg="mod">
          <ac:chgData name="Clemente Villegas Jose Adan" userId="358eeecf-800f-4053-bdfe-ca2873666dbd" providerId="ADAL" clId="{C9BF66C6-EE2D-4487-B8F4-0ADA10212A64}" dt="2025-11-28T08:23:39.685" v="3615"/>
          <ac:spMkLst>
            <pc:docMk/>
            <pc:sldMk cId="271491706" sldId="295"/>
            <ac:spMk id="24" creationId="{7D1AB381-FAA1-9D59-A22B-B0A57691DC8F}"/>
          </ac:spMkLst>
        </pc:spChg>
        <pc:spChg chg="mod">
          <ac:chgData name="Clemente Villegas Jose Adan" userId="358eeecf-800f-4053-bdfe-ca2873666dbd" providerId="ADAL" clId="{C9BF66C6-EE2D-4487-B8F4-0ADA10212A64}" dt="2025-11-28T08:23:39.685" v="3615"/>
          <ac:spMkLst>
            <pc:docMk/>
            <pc:sldMk cId="271491706" sldId="295"/>
            <ac:spMk id="25" creationId="{E63EEC5D-A86C-B845-9839-0E2F0E83DF4F}"/>
          </ac:spMkLst>
        </pc:spChg>
        <pc:spChg chg="mod">
          <ac:chgData name="Clemente Villegas Jose Adan" userId="358eeecf-800f-4053-bdfe-ca2873666dbd" providerId="ADAL" clId="{C9BF66C6-EE2D-4487-B8F4-0ADA10212A64}" dt="2025-11-28T08:32:00.764" v="3766" actId="20577"/>
          <ac:spMkLst>
            <pc:docMk/>
            <pc:sldMk cId="271491706" sldId="295"/>
            <ac:spMk id="29" creationId="{267FCF6B-B086-DE93-0B9B-0DA22FA31321}"/>
          </ac:spMkLst>
        </pc:spChg>
        <pc:spChg chg="mod">
          <ac:chgData name="Clemente Villegas Jose Adan" userId="358eeecf-800f-4053-bdfe-ca2873666dbd" providerId="ADAL" clId="{C9BF66C6-EE2D-4487-B8F4-0ADA10212A64}" dt="2025-11-28T08:31:10.191" v="3749" actId="14826"/>
          <ac:spMkLst>
            <pc:docMk/>
            <pc:sldMk cId="271491706" sldId="295"/>
            <ac:spMk id="30" creationId="{60E7D2AC-CABE-2B2B-1449-7F834E3F3697}"/>
          </ac:spMkLst>
        </pc:spChg>
        <pc:spChg chg="mod">
          <ac:chgData name="Clemente Villegas Jose Adan" userId="358eeecf-800f-4053-bdfe-ca2873666dbd" providerId="ADAL" clId="{C9BF66C6-EE2D-4487-B8F4-0ADA10212A64}" dt="2025-11-28T08:27:24.665" v="3700" actId="14826"/>
          <ac:spMkLst>
            <pc:docMk/>
            <pc:sldMk cId="271491706" sldId="295"/>
            <ac:spMk id="34" creationId="{54A67436-6D87-C015-7C00-12B38B3798D1}"/>
          </ac:spMkLst>
        </pc:spChg>
        <pc:spChg chg="mod">
          <ac:chgData name="Clemente Villegas Jose Adan" userId="358eeecf-800f-4053-bdfe-ca2873666dbd" providerId="ADAL" clId="{C9BF66C6-EE2D-4487-B8F4-0ADA10212A64}" dt="2025-11-28T08:27:24.665" v="3700" actId="14826"/>
          <ac:spMkLst>
            <pc:docMk/>
            <pc:sldMk cId="271491706" sldId="295"/>
            <ac:spMk id="35" creationId="{01CAFDB2-2FDC-6D66-F67D-7291C4CDDE72}"/>
          </ac:spMkLst>
        </pc:spChg>
        <pc:spChg chg="mod">
          <ac:chgData name="Clemente Villegas Jose Adan" userId="358eeecf-800f-4053-bdfe-ca2873666dbd" providerId="ADAL" clId="{C9BF66C6-EE2D-4487-B8F4-0ADA10212A64}" dt="2025-11-28T08:34:42.563" v="3807" actId="14826"/>
          <ac:spMkLst>
            <pc:docMk/>
            <pc:sldMk cId="271491706" sldId="295"/>
            <ac:spMk id="39" creationId="{FCB8DBE0-3C5C-6D3D-D24D-A08D08608667}"/>
          </ac:spMkLst>
        </pc:spChg>
        <pc:spChg chg="mod">
          <ac:chgData name="Clemente Villegas Jose Adan" userId="358eeecf-800f-4053-bdfe-ca2873666dbd" providerId="ADAL" clId="{C9BF66C6-EE2D-4487-B8F4-0ADA10212A64}" dt="2025-11-28T08:34:42.563" v="3807" actId="14826"/>
          <ac:spMkLst>
            <pc:docMk/>
            <pc:sldMk cId="271491706" sldId="295"/>
            <ac:spMk id="40" creationId="{A2972CCF-DE99-DE41-A449-DEFDE062CD8A}"/>
          </ac:spMkLst>
        </pc:spChg>
        <pc:grpChg chg="add mod">
          <ac:chgData name="Clemente Villegas Jose Adan" userId="358eeecf-800f-4053-bdfe-ca2873666dbd" providerId="ADAL" clId="{C9BF66C6-EE2D-4487-B8F4-0ADA10212A64}" dt="2025-11-28T08:23:27.340" v="3609" actId="1076"/>
          <ac:grpSpMkLst>
            <pc:docMk/>
            <pc:sldMk cId="271491706" sldId="295"/>
            <ac:grpSpMk id="10" creationId="{968DAB9B-3400-1057-6375-95C2FC6BDA20}"/>
          </ac:grpSpMkLst>
        </pc:grpChg>
        <pc:grpChg chg="add mod">
          <ac:chgData name="Clemente Villegas Jose Adan" userId="358eeecf-800f-4053-bdfe-ca2873666dbd" providerId="ADAL" clId="{C9BF66C6-EE2D-4487-B8F4-0ADA10212A64}" dt="2025-11-28T08:23:27.340" v="3609" actId="1076"/>
          <ac:grpSpMkLst>
            <pc:docMk/>
            <pc:sldMk cId="271491706" sldId="295"/>
            <ac:grpSpMk id="11" creationId="{B9C64E1D-0CEE-04D3-0021-BAECC55F9B74}"/>
          </ac:grpSpMkLst>
        </pc:grpChg>
        <pc:grpChg chg="add mod">
          <ac:chgData name="Clemente Villegas Jose Adan" userId="358eeecf-800f-4053-bdfe-ca2873666dbd" providerId="ADAL" clId="{C9BF66C6-EE2D-4487-B8F4-0ADA10212A64}" dt="2025-11-28T08:29:19.317" v="3738" actId="14826"/>
          <ac:grpSpMkLst>
            <pc:docMk/>
            <pc:sldMk cId="271491706" sldId="295"/>
            <ac:grpSpMk id="12" creationId="{F3762B96-0C70-FB27-3735-A0AF6317DDDE}"/>
          </ac:grpSpMkLst>
        </pc:grpChg>
        <pc:grpChg chg="mod">
          <ac:chgData name="Clemente Villegas Jose Adan" userId="358eeecf-800f-4053-bdfe-ca2873666dbd" providerId="ADAL" clId="{C9BF66C6-EE2D-4487-B8F4-0ADA10212A64}" dt="2025-11-28T08:29:19.317" v="3738" actId="14826"/>
          <ac:grpSpMkLst>
            <pc:docMk/>
            <pc:sldMk cId="271491706" sldId="295"/>
            <ac:grpSpMk id="13" creationId="{4D9B0D2B-18D2-D468-2495-126817D76165}"/>
          </ac:grpSpMkLst>
        </pc:grpChg>
        <pc:grpChg chg="add mod">
          <ac:chgData name="Clemente Villegas Jose Adan" userId="358eeecf-800f-4053-bdfe-ca2873666dbd" providerId="ADAL" clId="{C9BF66C6-EE2D-4487-B8F4-0ADA10212A64}" dt="2025-11-28T08:25:35.068" v="3672" actId="14826"/>
          <ac:grpSpMkLst>
            <pc:docMk/>
            <pc:sldMk cId="271491706" sldId="295"/>
            <ac:grpSpMk id="17" creationId="{40057EAA-63F7-82F1-F6A2-BA19D541924A}"/>
          </ac:grpSpMkLst>
        </pc:grpChg>
        <pc:grpChg chg="mod">
          <ac:chgData name="Clemente Villegas Jose Adan" userId="358eeecf-800f-4053-bdfe-ca2873666dbd" providerId="ADAL" clId="{C9BF66C6-EE2D-4487-B8F4-0ADA10212A64}" dt="2025-11-28T08:25:35.068" v="3672" actId="14826"/>
          <ac:grpSpMkLst>
            <pc:docMk/>
            <pc:sldMk cId="271491706" sldId="295"/>
            <ac:grpSpMk id="18" creationId="{DE76344A-35D6-F2A2-13AC-B5D68960E47C}"/>
          </ac:grpSpMkLst>
        </pc:grpChg>
        <pc:grpChg chg="add mod">
          <ac:chgData name="Clemente Villegas Jose Adan" userId="358eeecf-800f-4053-bdfe-ca2873666dbd" providerId="ADAL" clId="{C9BF66C6-EE2D-4487-B8F4-0ADA10212A64}" dt="2025-11-28T08:23:39.685" v="3615"/>
          <ac:grpSpMkLst>
            <pc:docMk/>
            <pc:sldMk cId="271491706" sldId="295"/>
            <ac:grpSpMk id="22" creationId="{E7F8F2D3-F897-E83D-AFAC-0FE3BC3372D3}"/>
          </ac:grpSpMkLst>
        </pc:grpChg>
        <pc:grpChg chg="mod">
          <ac:chgData name="Clemente Villegas Jose Adan" userId="358eeecf-800f-4053-bdfe-ca2873666dbd" providerId="ADAL" clId="{C9BF66C6-EE2D-4487-B8F4-0ADA10212A64}" dt="2025-11-28T08:23:39.685" v="3615"/>
          <ac:grpSpMkLst>
            <pc:docMk/>
            <pc:sldMk cId="271491706" sldId="295"/>
            <ac:grpSpMk id="23" creationId="{D55BD7CF-CB97-114F-EA5E-C9672E7BF9E7}"/>
          </ac:grpSpMkLst>
        </pc:grpChg>
        <pc:grpChg chg="add mod">
          <ac:chgData name="Clemente Villegas Jose Adan" userId="358eeecf-800f-4053-bdfe-ca2873666dbd" providerId="ADAL" clId="{C9BF66C6-EE2D-4487-B8F4-0ADA10212A64}" dt="2025-11-28T08:31:10.191" v="3749" actId="14826"/>
          <ac:grpSpMkLst>
            <pc:docMk/>
            <pc:sldMk cId="271491706" sldId="295"/>
            <ac:grpSpMk id="27" creationId="{A66FE49E-FEC5-3051-4CB4-DCA790ADEBAA}"/>
          </ac:grpSpMkLst>
        </pc:grpChg>
        <pc:grpChg chg="mod">
          <ac:chgData name="Clemente Villegas Jose Adan" userId="358eeecf-800f-4053-bdfe-ca2873666dbd" providerId="ADAL" clId="{C9BF66C6-EE2D-4487-B8F4-0ADA10212A64}" dt="2025-11-28T08:31:10.191" v="3749" actId="14826"/>
          <ac:grpSpMkLst>
            <pc:docMk/>
            <pc:sldMk cId="271491706" sldId="295"/>
            <ac:grpSpMk id="28" creationId="{044755B2-2257-A394-9B59-1F3FD051B6C4}"/>
          </ac:grpSpMkLst>
        </pc:grpChg>
        <pc:grpChg chg="add mod">
          <ac:chgData name="Clemente Villegas Jose Adan" userId="358eeecf-800f-4053-bdfe-ca2873666dbd" providerId="ADAL" clId="{C9BF66C6-EE2D-4487-B8F4-0ADA10212A64}" dt="2025-11-28T08:27:24.665" v="3700" actId="14826"/>
          <ac:grpSpMkLst>
            <pc:docMk/>
            <pc:sldMk cId="271491706" sldId="295"/>
            <ac:grpSpMk id="32" creationId="{F1FBC977-1058-AF3F-F23D-1B30EF685F30}"/>
          </ac:grpSpMkLst>
        </pc:grpChg>
        <pc:grpChg chg="mod">
          <ac:chgData name="Clemente Villegas Jose Adan" userId="358eeecf-800f-4053-bdfe-ca2873666dbd" providerId="ADAL" clId="{C9BF66C6-EE2D-4487-B8F4-0ADA10212A64}" dt="2025-11-28T08:27:24.665" v="3700" actId="14826"/>
          <ac:grpSpMkLst>
            <pc:docMk/>
            <pc:sldMk cId="271491706" sldId="295"/>
            <ac:grpSpMk id="33" creationId="{4C3F5D44-B072-2696-E632-6FB2BC312D49}"/>
          </ac:grpSpMkLst>
        </pc:grpChg>
        <pc:grpChg chg="add mod">
          <ac:chgData name="Clemente Villegas Jose Adan" userId="358eeecf-800f-4053-bdfe-ca2873666dbd" providerId="ADAL" clId="{C9BF66C6-EE2D-4487-B8F4-0ADA10212A64}" dt="2025-11-28T08:34:42.563" v="3807" actId="14826"/>
          <ac:grpSpMkLst>
            <pc:docMk/>
            <pc:sldMk cId="271491706" sldId="295"/>
            <ac:grpSpMk id="37" creationId="{F67A745E-B486-73EF-A838-52B751F175EA}"/>
          </ac:grpSpMkLst>
        </pc:grpChg>
        <pc:grpChg chg="mod">
          <ac:chgData name="Clemente Villegas Jose Adan" userId="358eeecf-800f-4053-bdfe-ca2873666dbd" providerId="ADAL" clId="{C9BF66C6-EE2D-4487-B8F4-0ADA10212A64}" dt="2025-11-28T08:34:42.563" v="3807" actId="14826"/>
          <ac:grpSpMkLst>
            <pc:docMk/>
            <pc:sldMk cId="271491706" sldId="295"/>
            <ac:grpSpMk id="38" creationId="{B3104AD6-AB2F-07CD-3D68-AD9E26731E4A}"/>
          </ac:grpSpMkLst>
        </pc:grpChg>
        <pc:picChg chg="add mod">
          <ac:chgData name="Clemente Villegas Jose Adan" userId="358eeecf-800f-4053-bdfe-ca2873666dbd" providerId="ADAL" clId="{C9BF66C6-EE2D-4487-B8F4-0ADA10212A64}" dt="2025-11-28T08:23:27.340" v="3609" actId="1076"/>
          <ac:picMkLst>
            <pc:docMk/>
            <pc:sldMk cId="271491706" sldId="295"/>
            <ac:picMk id="4" creationId="{0E522E8A-4F60-D251-8FE5-CD77563B6E5B}"/>
          </ac:picMkLst>
        </pc:picChg>
        <pc:picChg chg="mod">
          <ac:chgData name="Clemente Villegas Jose Adan" userId="358eeecf-800f-4053-bdfe-ca2873666dbd" providerId="ADAL" clId="{C9BF66C6-EE2D-4487-B8F4-0ADA10212A64}" dt="2025-11-28T08:29:19.317" v="3738" actId="14826"/>
          <ac:picMkLst>
            <pc:docMk/>
            <pc:sldMk cId="271491706" sldId="295"/>
            <ac:picMk id="16" creationId="{2AE8B82C-7551-6398-8628-7B69EB4D10DC}"/>
          </ac:picMkLst>
        </pc:picChg>
        <pc:picChg chg="mod">
          <ac:chgData name="Clemente Villegas Jose Adan" userId="358eeecf-800f-4053-bdfe-ca2873666dbd" providerId="ADAL" clId="{C9BF66C6-EE2D-4487-B8F4-0ADA10212A64}" dt="2025-11-28T08:25:35.068" v="3672" actId="14826"/>
          <ac:picMkLst>
            <pc:docMk/>
            <pc:sldMk cId="271491706" sldId="295"/>
            <ac:picMk id="21" creationId="{ADE490CA-04F5-8FBC-49D8-EAB0C130597A}"/>
          </ac:picMkLst>
        </pc:picChg>
        <pc:picChg chg="mod">
          <ac:chgData name="Clemente Villegas Jose Adan" userId="358eeecf-800f-4053-bdfe-ca2873666dbd" providerId="ADAL" clId="{C9BF66C6-EE2D-4487-B8F4-0ADA10212A64}" dt="2025-11-28T08:23:39.685" v="3615"/>
          <ac:picMkLst>
            <pc:docMk/>
            <pc:sldMk cId="271491706" sldId="295"/>
            <ac:picMk id="26" creationId="{AD121D30-DAF7-D9E5-B3C2-86C4DD13DA11}"/>
          </ac:picMkLst>
        </pc:picChg>
        <pc:picChg chg="mod">
          <ac:chgData name="Clemente Villegas Jose Adan" userId="358eeecf-800f-4053-bdfe-ca2873666dbd" providerId="ADAL" clId="{C9BF66C6-EE2D-4487-B8F4-0ADA10212A64}" dt="2025-11-28T08:31:10.191" v="3749" actId="14826"/>
          <ac:picMkLst>
            <pc:docMk/>
            <pc:sldMk cId="271491706" sldId="295"/>
            <ac:picMk id="31" creationId="{DD3EE8C4-870F-4AE1-2B41-BDFAD5F32ACF}"/>
          </ac:picMkLst>
        </pc:picChg>
        <pc:picChg chg="mod">
          <ac:chgData name="Clemente Villegas Jose Adan" userId="358eeecf-800f-4053-bdfe-ca2873666dbd" providerId="ADAL" clId="{C9BF66C6-EE2D-4487-B8F4-0ADA10212A64}" dt="2025-11-28T08:27:24.665" v="3700" actId="14826"/>
          <ac:picMkLst>
            <pc:docMk/>
            <pc:sldMk cId="271491706" sldId="295"/>
            <ac:picMk id="36" creationId="{FA748779-354A-5DBC-9106-9156BCB900EA}"/>
          </ac:picMkLst>
        </pc:picChg>
        <pc:picChg chg="mod">
          <ac:chgData name="Clemente Villegas Jose Adan" userId="358eeecf-800f-4053-bdfe-ca2873666dbd" providerId="ADAL" clId="{C9BF66C6-EE2D-4487-B8F4-0ADA10212A64}" dt="2025-11-28T08:34:42.563" v="3807" actId="14826"/>
          <ac:picMkLst>
            <pc:docMk/>
            <pc:sldMk cId="271491706" sldId="295"/>
            <ac:picMk id="41" creationId="{DD6A8A71-AE2A-1960-2526-9A7F3162F9B3}"/>
          </ac:picMkLst>
        </pc:picChg>
        <pc:picChg chg="add del mod">
          <ac:chgData name="Clemente Villegas Jose Adan" userId="358eeecf-800f-4053-bdfe-ca2873666dbd" providerId="ADAL" clId="{C9BF66C6-EE2D-4487-B8F4-0ADA10212A64}" dt="2025-11-28T08:04:03.400" v="3458" actId="478"/>
          <ac:picMkLst>
            <pc:docMk/>
            <pc:sldMk cId="271491706" sldId="295"/>
            <ac:picMk id="1026" creationId="{49E2EA87-A41E-1846-62D8-9D5DFA710686}"/>
          </ac:picMkLst>
        </pc:picChg>
        <pc:picChg chg="add">
          <ac:chgData name="Clemente Villegas Jose Adan" userId="358eeecf-800f-4053-bdfe-ca2873666dbd" providerId="ADAL" clId="{C9BF66C6-EE2D-4487-B8F4-0ADA10212A64}" dt="2025-11-28T08:25:19.728" v="3667"/>
          <ac:picMkLst>
            <pc:docMk/>
            <pc:sldMk cId="271491706" sldId="295"/>
            <ac:picMk id="1028" creationId="{60B7DB6B-B1E2-8C1E-1707-F7A65877D131}"/>
          </ac:picMkLst>
        </pc:picChg>
        <pc:picChg chg="add del mod">
          <ac:chgData name="Clemente Villegas Jose Adan" userId="358eeecf-800f-4053-bdfe-ca2873666dbd" providerId="ADAL" clId="{C9BF66C6-EE2D-4487-B8F4-0ADA10212A64}" dt="2025-11-28T08:25:31.428" v="3671" actId="21"/>
          <ac:picMkLst>
            <pc:docMk/>
            <pc:sldMk cId="271491706" sldId="295"/>
            <ac:picMk id="1030" creationId="{5162F809-4F34-E4B0-74D5-2C8FB3BB01F1}"/>
          </ac:picMkLst>
        </pc:picChg>
        <pc:picChg chg="add del mod">
          <ac:chgData name="Clemente Villegas Jose Adan" userId="358eeecf-800f-4053-bdfe-ca2873666dbd" providerId="ADAL" clId="{C9BF66C6-EE2D-4487-B8F4-0ADA10212A64}" dt="2025-11-28T08:27:20.658" v="3699" actId="21"/>
          <ac:picMkLst>
            <pc:docMk/>
            <pc:sldMk cId="271491706" sldId="295"/>
            <ac:picMk id="1032" creationId="{9422BFEF-9585-BDA8-4F29-02A8109A778D}"/>
          </ac:picMkLst>
        </pc:picChg>
        <pc:picChg chg="add del mod">
          <ac:chgData name="Clemente Villegas Jose Adan" userId="358eeecf-800f-4053-bdfe-ca2873666dbd" providerId="ADAL" clId="{C9BF66C6-EE2D-4487-B8F4-0ADA10212A64}" dt="2025-11-28T08:29:15.716" v="3737" actId="21"/>
          <ac:picMkLst>
            <pc:docMk/>
            <pc:sldMk cId="271491706" sldId="295"/>
            <ac:picMk id="1034" creationId="{82B2F9BD-032F-04B9-5CA3-222F7827033E}"/>
          </ac:picMkLst>
        </pc:picChg>
        <pc:picChg chg="add del mod">
          <ac:chgData name="Clemente Villegas Jose Adan" userId="358eeecf-800f-4053-bdfe-ca2873666dbd" providerId="ADAL" clId="{C9BF66C6-EE2D-4487-B8F4-0ADA10212A64}" dt="2025-11-28T08:31:03.941" v="3748" actId="21"/>
          <ac:picMkLst>
            <pc:docMk/>
            <pc:sldMk cId="271491706" sldId="295"/>
            <ac:picMk id="1036" creationId="{C68B4369-A39B-2D1E-7D74-F022BD68F721}"/>
          </ac:picMkLst>
        </pc:picChg>
        <pc:picChg chg="add del mod">
          <ac:chgData name="Clemente Villegas Jose Adan" userId="358eeecf-800f-4053-bdfe-ca2873666dbd" providerId="ADAL" clId="{C9BF66C6-EE2D-4487-B8F4-0ADA10212A64}" dt="2025-11-28T08:34:39.768" v="3806" actId="21"/>
          <ac:picMkLst>
            <pc:docMk/>
            <pc:sldMk cId="271491706" sldId="295"/>
            <ac:picMk id="1038" creationId="{8FA3E8FF-EB25-27A7-B3E9-A229479C6CE4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8:59:06.586" v="4076" actId="1076"/>
        <pc:sldMkLst>
          <pc:docMk/>
          <pc:sldMk cId="1051670050" sldId="296"/>
        </pc:sldMkLst>
        <pc:spChg chg="mod">
          <ac:chgData name="Clemente Villegas Jose Adan" userId="358eeecf-800f-4053-bdfe-ca2873666dbd" providerId="ADAL" clId="{C9BF66C6-EE2D-4487-B8F4-0ADA10212A64}" dt="2025-11-27T20:04:39.506" v="1974" actId="20577"/>
          <ac:spMkLst>
            <pc:docMk/>
            <pc:sldMk cId="1051670050" sldId="296"/>
            <ac:spMk id="2" creationId="{4A806D18-B75F-BC2D-AC05-4739CE1E68D3}"/>
          </ac:spMkLst>
        </pc:spChg>
        <pc:spChg chg="mod">
          <ac:chgData name="Clemente Villegas Jose Adan" userId="358eeecf-800f-4053-bdfe-ca2873666dbd" providerId="ADAL" clId="{C9BF66C6-EE2D-4487-B8F4-0ADA10212A64}" dt="2025-11-28T08:59:03.071" v="4075" actId="14100"/>
          <ac:spMkLst>
            <pc:docMk/>
            <pc:sldMk cId="1051670050" sldId="296"/>
            <ac:spMk id="3" creationId="{F37AD43D-601F-33CC-42FF-0B8FD8B7F589}"/>
          </ac:spMkLst>
        </pc:spChg>
        <pc:picChg chg="add mod">
          <ac:chgData name="Clemente Villegas Jose Adan" userId="358eeecf-800f-4053-bdfe-ca2873666dbd" providerId="ADAL" clId="{C9BF66C6-EE2D-4487-B8F4-0ADA10212A64}" dt="2025-11-28T08:59:06.586" v="4076" actId="1076"/>
          <ac:picMkLst>
            <pc:docMk/>
            <pc:sldMk cId="1051670050" sldId="296"/>
            <ac:picMk id="2050" creationId="{B66C2172-71B8-4510-8126-48890BDD2730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04:29.894" v="4111" actId="1076"/>
        <pc:sldMkLst>
          <pc:docMk/>
          <pc:sldMk cId="1566374794" sldId="297"/>
        </pc:sldMkLst>
        <pc:spChg chg="mod">
          <ac:chgData name="Clemente Villegas Jose Adan" userId="358eeecf-800f-4053-bdfe-ca2873666dbd" providerId="ADAL" clId="{C9BF66C6-EE2D-4487-B8F4-0ADA10212A64}" dt="2025-11-27T20:07:55.350" v="2237" actId="20577"/>
          <ac:spMkLst>
            <pc:docMk/>
            <pc:sldMk cId="1566374794" sldId="297"/>
            <ac:spMk id="2" creationId="{96B77C6E-E570-36E8-8333-C18B28B860B0}"/>
          </ac:spMkLst>
        </pc:spChg>
        <pc:spChg chg="mod">
          <ac:chgData name="Clemente Villegas Jose Adan" userId="358eeecf-800f-4053-bdfe-ca2873666dbd" providerId="ADAL" clId="{C9BF66C6-EE2D-4487-B8F4-0ADA10212A64}" dt="2025-11-28T09:04:26.716" v="4109" actId="1076"/>
          <ac:spMkLst>
            <pc:docMk/>
            <pc:sldMk cId="1566374794" sldId="297"/>
            <ac:spMk id="3" creationId="{5EFB38E6-3D44-7F27-5450-6ABF561512C6}"/>
          </ac:spMkLst>
        </pc:spChg>
        <pc:spChg chg="add mod">
          <ac:chgData name="Clemente Villegas Jose Adan" userId="358eeecf-800f-4053-bdfe-ca2873666dbd" providerId="ADAL" clId="{C9BF66C6-EE2D-4487-B8F4-0ADA10212A64}" dt="2025-11-28T09:04:16.400" v="4105" actId="1076"/>
          <ac:spMkLst>
            <pc:docMk/>
            <pc:sldMk cId="1566374794" sldId="297"/>
            <ac:spMk id="4" creationId="{ED799961-CD80-9EDA-14CA-04C42E138A42}"/>
          </ac:spMkLst>
        </pc:spChg>
        <pc:picChg chg="add mod">
          <ac:chgData name="Clemente Villegas Jose Adan" userId="358eeecf-800f-4053-bdfe-ca2873666dbd" providerId="ADAL" clId="{C9BF66C6-EE2D-4487-B8F4-0ADA10212A64}" dt="2025-11-28T09:04:29.894" v="4111" actId="1076"/>
          <ac:picMkLst>
            <pc:docMk/>
            <pc:sldMk cId="1566374794" sldId="297"/>
            <ac:picMk id="5" creationId="{E2F526A0-2D40-ACCF-AE85-33E25BAEE06A}"/>
          </ac:picMkLst>
        </pc:picChg>
        <pc:picChg chg="add mod">
          <ac:chgData name="Clemente Villegas Jose Adan" userId="358eeecf-800f-4053-bdfe-ca2873666dbd" providerId="ADAL" clId="{C9BF66C6-EE2D-4487-B8F4-0ADA10212A64}" dt="2025-11-28T09:04:28.143" v="4110" actId="1076"/>
          <ac:picMkLst>
            <pc:docMk/>
            <pc:sldMk cId="1566374794" sldId="297"/>
            <ac:picMk id="3074" creationId="{F891463B-F383-BEBD-5EE1-1C43D22335CE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9:13:10.698" v="4377" actId="21"/>
        <pc:sldMkLst>
          <pc:docMk/>
          <pc:sldMk cId="1577357891" sldId="298"/>
        </pc:sldMkLst>
        <pc:spChg chg="mod">
          <ac:chgData name="Clemente Villegas Jose Adan" userId="358eeecf-800f-4053-bdfe-ca2873666dbd" providerId="ADAL" clId="{C9BF66C6-EE2D-4487-B8F4-0ADA10212A64}" dt="2025-11-27T20:11:58.651" v="2443" actId="20577"/>
          <ac:spMkLst>
            <pc:docMk/>
            <pc:sldMk cId="1577357891" sldId="298"/>
            <ac:spMk id="2" creationId="{CA9960CF-33FC-05E7-B413-3E2AD391FD07}"/>
          </ac:spMkLst>
        </pc:spChg>
        <pc:spChg chg="mod">
          <ac:chgData name="Clemente Villegas Jose Adan" userId="358eeecf-800f-4053-bdfe-ca2873666dbd" providerId="ADAL" clId="{C9BF66C6-EE2D-4487-B8F4-0ADA10212A64}" dt="2025-11-28T09:08:37.945" v="4243" actId="1076"/>
          <ac:spMkLst>
            <pc:docMk/>
            <pc:sldMk cId="1577357891" sldId="298"/>
            <ac:spMk id="3" creationId="{18736622-D6CF-9D46-3F08-F8B057D79236}"/>
          </ac:spMkLst>
        </pc:spChg>
        <pc:spChg chg="add mod">
          <ac:chgData name="Clemente Villegas Jose Adan" userId="358eeecf-800f-4053-bdfe-ca2873666dbd" providerId="ADAL" clId="{C9BF66C6-EE2D-4487-B8F4-0ADA10212A64}" dt="2025-11-28T09:10:34.252" v="4299" actId="242"/>
          <ac:spMkLst>
            <pc:docMk/>
            <pc:sldMk cId="1577357891" sldId="298"/>
            <ac:spMk id="4" creationId="{9A326FD3-E3DD-0633-6593-56BEEF12A761}"/>
          </ac:spMkLst>
        </pc:spChg>
        <pc:spChg chg="add mod">
          <ac:chgData name="Clemente Villegas Jose Adan" userId="358eeecf-800f-4053-bdfe-ca2873666dbd" providerId="ADAL" clId="{C9BF66C6-EE2D-4487-B8F4-0ADA10212A64}" dt="2025-11-28T09:10:41.427" v="4300" actId="113"/>
          <ac:spMkLst>
            <pc:docMk/>
            <pc:sldMk cId="1577357891" sldId="298"/>
            <ac:spMk id="5" creationId="{907BAA7D-147E-772F-D752-9DE266EAB61E}"/>
          </ac:spMkLst>
        </pc:spChg>
        <pc:picChg chg="add del mod">
          <ac:chgData name="Clemente Villegas Jose Adan" userId="358eeecf-800f-4053-bdfe-ca2873666dbd" providerId="ADAL" clId="{C9BF66C6-EE2D-4487-B8F4-0ADA10212A64}" dt="2025-11-28T09:13:10.698" v="4377" actId="21"/>
          <ac:picMkLst>
            <pc:docMk/>
            <pc:sldMk cId="1577357891" sldId="298"/>
            <ac:picMk id="4098" creationId="{A7F22A8F-EF5F-E17C-373E-924EABC47F42}"/>
          </ac:picMkLst>
        </pc:picChg>
        <pc:picChg chg="add mod">
          <ac:chgData name="Clemente Villegas Jose Adan" userId="358eeecf-800f-4053-bdfe-ca2873666dbd" providerId="ADAL" clId="{C9BF66C6-EE2D-4487-B8F4-0ADA10212A64}" dt="2025-11-28T09:13:08.337" v="4376" actId="1076"/>
          <ac:picMkLst>
            <pc:docMk/>
            <pc:sldMk cId="1577357891" sldId="298"/>
            <ac:picMk id="4100" creationId="{6BFE3E87-76C4-B9DF-9FB3-437ABF6DAEC4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14:29.358" v="4413" actId="1038"/>
        <pc:sldMkLst>
          <pc:docMk/>
          <pc:sldMk cId="1496142066" sldId="299"/>
        </pc:sldMkLst>
        <pc:spChg chg="mod">
          <ac:chgData name="Clemente Villegas Jose Adan" userId="358eeecf-800f-4053-bdfe-ca2873666dbd" providerId="ADAL" clId="{C9BF66C6-EE2D-4487-B8F4-0ADA10212A64}" dt="2025-11-27T20:14:00.683" v="2481" actId="20577"/>
          <ac:spMkLst>
            <pc:docMk/>
            <pc:sldMk cId="1496142066" sldId="299"/>
            <ac:spMk id="2" creationId="{1532C0D5-94B0-D502-7E2B-6F75881B9D4E}"/>
          </ac:spMkLst>
        </pc:spChg>
        <pc:spChg chg="mod">
          <ac:chgData name="Clemente Villegas Jose Adan" userId="358eeecf-800f-4053-bdfe-ca2873666dbd" providerId="ADAL" clId="{C9BF66C6-EE2D-4487-B8F4-0ADA10212A64}" dt="2025-11-28T09:14:21.221" v="4394" actId="242"/>
          <ac:spMkLst>
            <pc:docMk/>
            <pc:sldMk cId="1496142066" sldId="299"/>
            <ac:spMk id="3" creationId="{EEC48860-5F1D-C121-5255-F7A2806BF244}"/>
          </ac:spMkLst>
        </pc:spChg>
        <pc:picChg chg="add mod">
          <ac:chgData name="Clemente Villegas Jose Adan" userId="358eeecf-800f-4053-bdfe-ca2873666dbd" providerId="ADAL" clId="{C9BF66C6-EE2D-4487-B8F4-0ADA10212A64}" dt="2025-11-28T09:14:29.358" v="4413" actId="1038"/>
          <ac:picMkLst>
            <pc:docMk/>
            <pc:sldMk cId="1496142066" sldId="299"/>
            <ac:picMk id="4098" creationId="{A7F22A8F-EF5F-E17C-373E-924EABC47F42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17:05.452" v="4471" actId="1036"/>
        <pc:sldMkLst>
          <pc:docMk/>
          <pc:sldMk cId="1601529066" sldId="300"/>
        </pc:sldMkLst>
        <pc:spChg chg="mod">
          <ac:chgData name="Clemente Villegas Jose Adan" userId="358eeecf-800f-4053-bdfe-ca2873666dbd" providerId="ADAL" clId="{C9BF66C6-EE2D-4487-B8F4-0ADA10212A64}" dt="2025-11-27T20:15:17.779" v="2584" actId="20577"/>
          <ac:spMkLst>
            <pc:docMk/>
            <pc:sldMk cId="1601529066" sldId="300"/>
            <ac:spMk id="2" creationId="{5CC47D2F-7F53-3BFF-07DB-588E981F6CDF}"/>
          </ac:spMkLst>
        </pc:spChg>
        <pc:spChg chg="mod">
          <ac:chgData name="Clemente Villegas Jose Adan" userId="358eeecf-800f-4053-bdfe-ca2873666dbd" providerId="ADAL" clId="{C9BF66C6-EE2D-4487-B8F4-0ADA10212A64}" dt="2025-11-28T09:17:05.452" v="4471" actId="1036"/>
          <ac:spMkLst>
            <pc:docMk/>
            <pc:sldMk cId="1601529066" sldId="300"/>
            <ac:spMk id="3" creationId="{81988746-764F-D19C-D8CD-0EA98FAA1F46}"/>
          </ac:spMkLst>
        </pc:spChg>
        <pc:picChg chg="add mod">
          <ac:chgData name="Clemente Villegas Jose Adan" userId="358eeecf-800f-4053-bdfe-ca2873666dbd" providerId="ADAL" clId="{C9BF66C6-EE2D-4487-B8F4-0ADA10212A64}" dt="2025-11-28T09:16:22.094" v="4424" actId="1076"/>
          <ac:picMkLst>
            <pc:docMk/>
            <pc:sldMk cId="1601529066" sldId="300"/>
            <ac:picMk id="5122" creationId="{95823907-AEC5-3DBF-9EE1-FD79DB2AC5E2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33:40.848" v="4510" actId="1038"/>
        <pc:sldMkLst>
          <pc:docMk/>
          <pc:sldMk cId="2831178374" sldId="301"/>
        </pc:sldMkLst>
        <pc:spChg chg="mod">
          <ac:chgData name="Clemente Villegas Jose Adan" userId="358eeecf-800f-4053-bdfe-ca2873666dbd" providerId="ADAL" clId="{C9BF66C6-EE2D-4487-B8F4-0ADA10212A64}" dt="2025-11-27T20:20:22.251" v="2696" actId="20577"/>
          <ac:spMkLst>
            <pc:docMk/>
            <pc:sldMk cId="2831178374" sldId="301"/>
            <ac:spMk id="2" creationId="{4C58F20C-2211-F365-17F0-5A480A1C67E2}"/>
          </ac:spMkLst>
        </pc:spChg>
        <pc:spChg chg="mod">
          <ac:chgData name="Clemente Villegas Jose Adan" userId="358eeecf-800f-4053-bdfe-ca2873666dbd" providerId="ADAL" clId="{C9BF66C6-EE2D-4487-B8F4-0ADA10212A64}" dt="2025-11-28T09:33:40.848" v="4510" actId="1038"/>
          <ac:spMkLst>
            <pc:docMk/>
            <pc:sldMk cId="2831178374" sldId="301"/>
            <ac:spMk id="3" creationId="{CA2E0393-F485-F4A5-6A88-6039FFC7B2DD}"/>
          </ac:spMkLst>
        </pc:spChg>
        <pc:spChg chg="add">
          <ac:chgData name="Clemente Villegas Jose Adan" userId="358eeecf-800f-4053-bdfe-ca2873666dbd" providerId="ADAL" clId="{C9BF66C6-EE2D-4487-B8F4-0ADA10212A64}" dt="2025-11-28T09:19:14.015" v="4472"/>
          <ac:spMkLst>
            <pc:docMk/>
            <pc:sldMk cId="2831178374" sldId="301"/>
            <ac:spMk id="4" creationId="{DC160504-097B-FA75-7CB6-1586E2421C94}"/>
          </ac:spMkLst>
        </pc:spChg>
        <pc:picChg chg="add mod">
          <ac:chgData name="Clemente Villegas Jose Adan" userId="358eeecf-800f-4053-bdfe-ca2873666dbd" providerId="ADAL" clId="{C9BF66C6-EE2D-4487-B8F4-0ADA10212A64}" dt="2025-11-28T09:33:28.371" v="4496" actId="1076"/>
          <ac:picMkLst>
            <pc:docMk/>
            <pc:sldMk cId="2831178374" sldId="301"/>
            <ac:picMk id="5" creationId="{A418C381-BB19-BC94-8CF3-81FA1826FCE9}"/>
          </ac:picMkLst>
        </pc:picChg>
      </pc:sldChg>
      <pc:sldChg chg="addSp modSp add mod">
        <pc:chgData name="Clemente Villegas Jose Adan" userId="358eeecf-800f-4053-bdfe-ca2873666dbd" providerId="ADAL" clId="{C9BF66C6-EE2D-4487-B8F4-0ADA10212A64}" dt="2025-11-28T09:45:54.684" v="4580" actId="1076"/>
        <pc:sldMkLst>
          <pc:docMk/>
          <pc:sldMk cId="3647556603" sldId="302"/>
        </pc:sldMkLst>
        <pc:spChg chg="mod">
          <ac:chgData name="Clemente Villegas Jose Adan" userId="358eeecf-800f-4053-bdfe-ca2873666dbd" providerId="ADAL" clId="{C9BF66C6-EE2D-4487-B8F4-0ADA10212A64}" dt="2025-11-27T22:55:04.556" v="3172" actId="20577"/>
          <ac:spMkLst>
            <pc:docMk/>
            <pc:sldMk cId="3647556603" sldId="302"/>
            <ac:spMk id="2" creationId="{52AF6616-E996-A26B-7C0E-0A633C19C3A6}"/>
          </ac:spMkLst>
        </pc:spChg>
        <pc:spChg chg="mod">
          <ac:chgData name="Clemente Villegas Jose Adan" userId="358eeecf-800f-4053-bdfe-ca2873666dbd" providerId="ADAL" clId="{C9BF66C6-EE2D-4487-B8F4-0ADA10212A64}" dt="2025-11-28T09:45:27.057" v="4568" actId="120"/>
          <ac:spMkLst>
            <pc:docMk/>
            <pc:sldMk cId="3647556603" sldId="302"/>
            <ac:spMk id="3" creationId="{08182CE8-EAA8-1AC9-5342-4167EE137566}"/>
          </ac:spMkLst>
        </pc:spChg>
        <pc:picChg chg="add mod">
          <ac:chgData name="Clemente Villegas Jose Adan" userId="358eeecf-800f-4053-bdfe-ca2873666dbd" providerId="ADAL" clId="{C9BF66C6-EE2D-4487-B8F4-0ADA10212A64}" dt="2025-11-28T09:45:54.684" v="4580" actId="1076"/>
          <ac:picMkLst>
            <pc:docMk/>
            <pc:sldMk cId="3647556603" sldId="302"/>
            <ac:picMk id="5" creationId="{86EE5742-66B9-C22E-E4C5-51289CBC9A20}"/>
          </ac:picMkLst>
        </pc:picChg>
        <pc:picChg chg="add mod">
          <ac:chgData name="Clemente Villegas Jose Adan" userId="358eeecf-800f-4053-bdfe-ca2873666dbd" providerId="ADAL" clId="{C9BF66C6-EE2D-4487-B8F4-0ADA10212A64}" dt="2025-11-28T09:45:52.064" v="4579" actId="1076"/>
          <ac:picMkLst>
            <pc:docMk/>
            <pc:sldMk cId="3647556603" sldId="302"/>
            <ac:picMk id="7" creationId="{4812910B-76D3-A44A-D993-254C48472FAA}"/>
          </ac:picMkLst>
        </pc:picChg>
      </pc:sldChg>
      <pc:sldChg chg="addSp delSp modSp add mod">
        <pc:chgData name="Clemente Villegas Jose Adan" userId="358eeecf-800f-4053-bdfe-ca2873666dbd" providerId="ADAL" clId="{C9BF66C6-EE2D-4487-B8F4-0ADA10212A64}" dt="2025-11-28T08:54:29.532" v="4059" actId="1076"/>
        <pc:sldMkLst>
          <pc:docMk/>
          <pc:sldMk cId="3494055016" sldId="303"/>
        </pc:sldMkLst>
        <pc:spChg chg="mod">
          <ac:chgData name="Clemente Villegas Jose Adan" userId="358eeecf-800f-4053-bdfe-ca2873666dbd" providerId="ADAL" clId="{C9BF66C6-EE2D-4487-B8F4-0ADA10212A64}" dt="2025-11-28T08:45:30.695" v="3821" actId="242"/>
          <ac:spMkLst>
            <pc:docMk/>
            <pc:sldMk cId="3494055016" sldId="303"/>
            <ac:spMk id="3" creationId="{27F8C760-B106-B3C2-9719-6A2EBCDCAB3B}"/>
          </ac:spMkLst>
        </pc:spChg>
        <pc:spChg chg="add">
          <ac:chgData name="Clemente Villegas Jose Adan" userId="358eeecf-800f-4053-bdfe-ca2873666dbd" providerId="ADAL" clId="{C9BF66C6-EE2D-4487-B8F4-0ADA10212A64}" dt="2025-11-27T23:22:56.541" v="3392"/>
          <ac:spMkLst>
            <pc:docMk/>
            <pc:sldMk cId="3494055016" sldId="303"/>
            <ac:spMk id="4" creationId="{3AA441D5-6BDA-938C-90A1-BED09885DD1E}"/>
          </ac:spMkLst>
        </pc:spChg>
        <pc:graphicFrameChg chg="add mod modGraphic">
          <ac:chgData name="Clemente Villegas Jose Adan" userId="358eeecf-800f-4053-bdfe-ca2873666dbd" providerId="ADAL" clId="{C9BF66C6-EE2D-4487-B8F4-0ADA10212A64}" dt="2025-11-28T08:54:24.226" v="4058"/>
          <ac:graphicFrameMkLst>
            <pc:docMk/>
            <pc:sldMk cId="3494055016" sldId="303"/>
            <ac:graphicFrameMk id="5" creationId="{C2CE2190-4423-D4FC-4BBB-5C02B754937B}"/>
          </ac:graphicFrameMkLst>
        </pc:graphicFrameChg>
        <pc:picChg chg="add del mod modCrop">
          <ac:chgData name="Clemente Villegas Jose Adan" userId="358eeecf-800f-4053-bdfe-ca2873666dbd" providerId="ADAL" clId="{C9BF66C6-EE2D-4487-B8F4-0ADA10212A64}" dt="2025-11-27T23:24:31.459" v="3403" actId="478"/>
          <ac:picMkLst>
            <pc:docMk/>
            <pc:sldMk cId="3494055016" sldId="303"/>
            <ac:picMk id="5" creationId="{71DEA5EB-27B4-CC66-CEF6-8B75A56FACDB}"/>
          </ac:picMkLst>
        </pc:picChg>
        <pc:picChg chg="add mod">
          <ac:chgData name="Clemente Villegas Jose Adan" userId="358eeecf-800f-4053-bdfe-ca2873666dbd" providerId="ADAL" clId="{C9BF66C6-EE2D-4487-B8F4-0ADA10212A64}" dt="2025-11-28T08:54:29.532" v="4059" actId="1076"/>
          <ac:picMkLst>
            <pc:docMk/>
            <pc:sldMk cId="3494055016" sldId="303"/>
            <ac:picMk id="2052" creationId="{4E24AC99-F86C-30AD-53DC-D02CED93BAF4}"/>
          </ac:picMkLst>
        </pc:picChg>
      </pc:sldChg>
      <pc:sldChg chg="add del">
        <pc:chgData name="Clemente Villegas Jose Adan" userId="358eeecf-800f-4053-bdfe-ca2873666dbd" providerId="ADAL" clId="{C9BF66C6-EE2D-4487-B8F4-0ADA10212A64}" dt="2025-11-28T09:35:09.418" v="4514" actId="2696"/>
        <pc:sldMkLst>
          <pc:docMk/>
          <pc:sldMk cId="394353605" sldId="304"/>
        </pc:sldMkLst>
      </pc:sldChg>
      <pc:sldMasterChg chg="modSldLayout">
        <pc:chgData name="Clemente Villegas Jose Adan" userId="358eeecf-800f-4053-bdfe-ca2873666dbd" providerId="ADAL" clId="{C9BF66C6-EE2D-4487-B8F4-0ADA10212A64}" dt="2025-11-28T06:48:57.744" v="3427" actId="167"/>
        <pc:sldMasterMkLst>
          <pc:docMk/>
          <pc:sldMasterMk cId="859240982" sldId="2147483648"/>
        </pc:sldMasterMkLst>
        <pc:sldLayoutChg chg="modSp mod">
          <pc:chgData name="Clemente Villegas Jose Adan" userId="358eeecf-800f-4053-bdfe-ca2873666dbd" providerId="ADAL" clId="{C9BF66C6-EE2D-4487-B8F4-0ADA10212A64}" dt="2025-11-28T06:44:56.838" v="3420" actId="1076"/>
          <pc:sldLayoutMkLst>
            <pc:docMk/>
            <pc:sldMasterMk cId="859240982" sldId="2147483648"/>
            <pc:sldLayoutMk cId="345679920" sldId="2147483649"/>
          </pc:sldLayoutMkLst>
          <pc:spChg chg="mod">
            <ac:chgData name="Clemente Villegas Jose Adan" userId="358eeecf-800f-4053-bdfe-ca2873666dbd" providerId="ADAL" clId="{C9BF66C6-EE2D-4487-B8F4-0ADA10212A64}" dt="2025-11-28T06:34:36.355" v="3417" actId="1076"/>
            <ac:spMkLst>
              <pc:docMk/>
              <pc:sldMasterMk cId="859240982" sldId="2147483648"/>
              <pc:sldLayoutMk cId="345679920" sldId="2147483649"/>
              <ac:spMk id="5" creationId="{7BE487F1-57F4-6865-F7AF-AFC79A26DB21}"/>
            </ac:spMkLst>
          </pc:spChg>
          <pc:picChg chg="mod">
            <ac:chgData name="Clemente Villegas Jose Adan" userId="358eeecf-800f-4053-bdfe-ca2873666dbd" providerId="ADAL" clId="{C9BF66C6-EE2D-4487-B8F4-0ADA10212A64}" dt="2025-11-28T06:44:56.838" v="3420" actId="1076"/>
            <ac:picMkLst>
              <pc:docMk/>
              <pc:sldMasterMk cId="859240982" sldId="2147483648"/>
              <pc:sldLayoutMk cId="345679920" sldId="2147483649"/>
              <ac:picMk id="4" creationId="{8D497435-8A31-28F1-F628-FA88B7E4F649}"/>
            </ac:picMkLst>
          </pc:picChg>
        </pc:sldLayoutChg>
        <pc:sldLayoutChg chg="modSp mod">
          <pc:chgData name="Clemente Villegas Jose Adan" userId="358eeecf-800f-4053-bdfe-ca2873666dbd" providerId="ADAL" clId="{C9BF66C6-EE2D-4487-B8F4-0ADA10212A64}" dt="2025-11-28T06:48:57.744" v="3427" actId="167"/>
          <pc:sldLayoutMkLst>
            <pc:docMk/>
            <pc:sldMasterMk cId="859240982" sldId="2147483648"/>
            <pc:sldLayoutMk cId="799013342" sldId="2147483650"/>
          </pc:sldLayoutMkLst>
          <pc:grpChg chg="mod">
            <ac:chgData name="Clemente Villegas Jose Adan" userId="358eeecf-800f-4053-bdfe-ca2873666dbd" providerId="ADAL" clId="{C9BF66C6-EE2D-4487-B8F4-0ADA10212A64}" dt="2025-11-28T06:47:02.082" v="3425" actId="1076"/>
            <ac:grpSpMkLst>
              <pc:docMk/>
              <pc:sldMasterMk cId="859240982" sldId="2147483648"/>
              <pc:sldLayoutMk cId="799013342" sldId="2147483650"/>
              <ac:grpSpMk id="4" creationId="{2C169EAE-2086-4120-DB61-8B55E480432C}"/>
            </ac:grpSpMkLst>
          </pc:grpChg>
          <pc:picChg chg="mod ord">
            <ac:chgData name="Clemente Villegas Jose Adan" userId="358eeecf-800f-4053-bdfe-ca2873666dbd" providerId="ADAL" clId="{C9BF66C6-EE2D-4487-B8F4-0ADA10212A64}" dt="2025-11-28T06:48:57.744" v="3427" actId="167"/>
            <ac:picMkLst>
              <pc:docMk/>
              <pc:sldMasterMk cId="859240982" sldId="2147483648"/>
              <pc:sldLayoutMk cId="799013342" sldId="2147483650"/>
              <ac:picMk id="10" creationId="{761369FD-638E-B379-6B00-E0D0F7312EB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8444F-1A95-466F-96DC-CFD5FABF51AB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7E1F-E91E-4F38-B2C4-55D145103C6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340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, Flecha&#10;&#10;El contenido generado por IA puede ser incorrecto.">
            <a:extLst>
              <a:ext uri="{FF2B5EF4-FFF2-40B4-BE49-F238E27FC236}">
                <a16:creationId xmlns:a16="http://schemas.microsoft.com/office/drawing/2014/main" id="{8D497435-8A31-28F1-F628-FA88B7E4F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6"/>
          <a:stretch>
            <a:fillRect/>
          </a:stretch>
        </p:blipFill>
        <p:spPr>
          <a:xfrm>
            <a:off x="0" y="-1"/>
            <a:ext cx="12192000" cy="603929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66CDF12-A74B-B412-5D30-CE127A222F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1365" y="909705"/>
            <a:ext cx="7835530" cy="3301342"/>
          </a:xfrm>
        </p:spPr>
        <p:txBody>
          <a:bodyPr/>
          <a:lstStyle>
            <a:lvl1pPr marL="0" indent="0" algn="ctr">
              <a:buNone/>
              <a:defRPr sz="2200" b="1">
                <a:solidFill>
                  <a:schemeClr val="tx1"/>
                </a:solidFill>
                <a:latin typeface="Visby" pitchFamily="50" charset="0"/>
              </a:defRPr>
            </a:lvl1pPr>
          </a:lstStyle>
          <a:p>
            <a:pPr lvl="0"/>
            <a:r>
              <a:rPr lang="es-MX" dirty="0"/>
              <a:t>Título</a:t>
            </a:r>
          </a:p>
          <a:p>
            <a:pPr lvl="0"/>
            <a:endParaRPr lang="es-MX" dirty="0"/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0DF9EB65-ACCD-4705-5932-1CDA2C0EDE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1365" y="4285361"/>
            <a:ext cx="7835531" cy="1594050"/>
          </a:xfrm>
          <a:solidFill>
            <a:schemeClr val="bg1">
              <a:alpha val="90049"/>
            </a:schemeClr>
          </a:solidFill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Visby" pitchFamily="2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E487F1-57F4-6865-F7AF-AFC79A26DB21}"/>
              </a:ext>
            </a:extLst>
          </p:cNvPr>
          <p:cNvSpPr txBox="1"/>
          <p:nvPr userDrawn="1"/>
        </p:nvSpPr>
        <p:spPr>
          <a:xfrm>
            <a:off x="105104" y="5905611"/>
            <a:ext cx="11981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rgbClr val="706231"/>
                </a:solidFill>
                <a:latin typeface="Visby CF Bold" panose="00000800000000000000" pitchFamily="2" charset="0"/>
              </a:rPr>
              <a:t>Facultad de Ingeniería Tampico – Universidad Autónoma de Tamaulipas</a:t>
            </a:r>
            <a:endParaRPr lang="es-MX" sz="2400" dirty="0">
              <a:solidFill>
                <a:srgbClr val="706231"/>
              </a:solidFill>
              <a:latin typeface="Visby CF Bold" panose="00000800000000000000" pitchFamily="2" charset="0"/>
            </a:endParaRPr>
          </a:p>
        </p:txBody>
      </p:sp>
      <p:pic>
        <p:nvPicPr>
          <p:cNvPr id="10" name="Imagen 3" descr="Forma, Flecha&#10;&#10;El contenido generado por IA puede ser incorrecto.">
            <a:extLst>
              <a:ext uri="{FF2B5EF4-FFF2-40B4-BE49-F238E27FC236}">
                <a16:creationId xmlns:a16="http://schemas.microsoft.com/office/drawing/2014/main" id="{CEBE9882-573F-7055-B0E1-A2EC3A6A4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25"/>
          <a:stretch>
            <a:fillRect/>
          </a:stretch>
        </p:blipFill>
        <p:spPr>
          <a:xfrm>
            <a:off x="0" y="6312300"/>
            <a:ext cx="12192000" cy="54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9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761369FD-638E-B379-6B00-E0D0F7312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6" y="0"/>
            <a:ext cx="12192000" cy="6856286"/>
          </a:xfrm>
          <a:prstGeom prst="rect">
            <a:avLst/>
          </a:prstGeom>
        </p:spPr>
      </p:pic>
      <p:sp>
        <p:nvSpPr>
          <p:cNvPr id="12" name="Rectángulo 6">
            <a:extLst>
              <a:ext uri="{FF2B5EF4-FFF2-40B4-BE49-F238E27FC236}">
                <a16:creationId xmlns:a16="http://schemas.microsoft.com/office/drawing/2014/main" id="{EF4F3209-4D4F-5191-27C4-A63718295834}"/>
              </a:ext>
            </a:extLst>
          </p:cNvPr>
          <p:cNvSpPr/>
          <p:nvPr userDrawn="1"/>
        </p:nvSpPr>
        <p:spPr>
          <a:xfrm>
            <a:off x="0" y="1113609"/>
            <a:ext cx="10363200" cy="7299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sby" pitchFamily="2" charset="0"/>
              <a:ea typeface="+mn-ea"/>
              <a:cs typeface="+mn-cs"/>
            </a:endParaRPr>
          </a:p>
        </p:txBody>
      </p:sp>
      <p:sp>
        <p:nvSpPr>
          <p:cNvPr id="2" name="Marcador de texto 14">
            <a:extLst>
              <a:ext uri="{FF2B5EF4-FFF2-40B4-BE49-F238E27FC236}">
                <a16:creationId xmlns:a16="http://schemas.microsoft.com/office/drawing/2014/main" id="{FF7A8CC8-D837-DBBA-59C2-587409139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623" y="1216986"/>
            <a:ext cx="10142128" cy="52322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Visby" pitchFamily="50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930F2702-EFE5-E771-62A6-84E7AA2BC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914" y="2164487"/>
            <a:ext cx="11488172" cy="347652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95000"/>
                    <a:lumOff val="5000"/>
                  </a:schemeClr>
                </a:solidFill>
                <a:latin typeface="Visby CF Light" panose="00000400000000000000" pitchFamily="2" charset="0"/>
              </a:defRPr>
            </a:lvl1pPr>
          </a:lstStyle>
          <a:p>
            <a:r>
              <a:rPr lang="es-ES" dirty="0">
                <a:latin typeface="Visby CF Medium" panose="00000600000000000000" pitchFamily="2" charset="0"/>
              </a:rPr>
              <a:t>Texto</a:t>
            </a:r>
            <a:endParaRPr lang="es-MX" dirty="0">
              <a:latin typeface="Visby CF Medium" panose="00000600000000000000" pitchFamily="2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C169EAE-2086-4120-DB61-8B55E480432C}"/>
              </a:ext>
            </a:extLst>
          </p:cNvPr>
          <p:cNvGrpSpPr/>
          <p:nvPr userDrawn="1"/>
        </p:nvGrpSpPr>
        <p:grpSpPr>
          <a:xfrm>
            <a:off x="690311" y="189054"/>
            <a:ext cx="10811378" cy="603650"/>
            <a:chOff x="690311" y="189054"/>
            <a:chExt cx="10811378" cy="603650"/>
          </a:xfrm>
        </p:grpSpPr>
        <p:pic>
          <p:nvPicPr>
            <p:cNvPr id="7" name="Imagen 6" descr="Logotipo&#10;&#10;El contenido generado por IA puede ser incorrecto.">
              <a:extLst>
                <a:ext uri="{FF2B5EF4-FFF2-40B4-BE49-F238E27FC236}">
                  <a16:creationId xmlns:a16="http://schemas.microsoft.com/office/drawing/2014/main" id="{23AA32CC-2643-3F41-F4C2-51B41AB432E9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311" y="189054"/>
              <a:ext cx="2776789" cy="603650"/>
            </a:xfrm>
            <a:prstGeom prst="rect">
              <a:avLst/>
            </a:prstGeom>
          </p:spPr>
        </p:pic>
        <p:pic>
          <p:nvPicPr>
            <p:cNvPr id="8" name="Imagen 7" descr="Texto&#10;&#10;El contenido generado por IA puede ser incorrecto.">
              <a:extLst>
                <a:ext uri="{FF2B5EF4-FFF2-40B4-BE49-F238E27FC236}">
                  <a16:creationId xmlns:a16="http://schemas.microsoft.com/office/drawing/2014/main" id="{875488A7-AB0C-33EE-74FF-940E267C6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4131" y="189054"/>
              <a:ext cx="1827558" cy="603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901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D62C8-5C97-FBCE-DC98-5A24BC9E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799899-5489-5EEB-0888-EDD52E042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9828BF-DD8D-9D78-2A4C-FE801206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44ED0A-90A9-5735-85E3-A019845A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64DCB0-ADF3-958E-818C-D1DEB2CB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57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08C21-1A1E-F80C-0C7F-68D916FE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C9CBA6-6764-3435-3004-1B2EC167A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FF6483-3AB1-2D52-78B4-57BC1B643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104AAE-8E47-5328-372B-736FBF50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A2AA8-A42A-B352-BB13-D9A36D7E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8DA0BE-48AA-550B-8D00-2E296C1E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5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BC0E1-8AF6-2E64-C60B-A389B315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41F077-5A0B-B75B-B6A2-343434177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59FE05-28CB-9729-7D99-D3F02BF50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74BF35-E3B8-EC3A-D47F-379B696D5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8F5950-50A6-508F-D6F4-FC310466A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400275-200C-9274-0E64-983B4E22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8F51DB-EAD7-72E0-6C68-129313E8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937A85-804A-7EAC-8144-E33D2CA5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218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D9AEE-6D5F-203A-074E-09312D54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3B7674-AD36-FC59-DFC4-75CBE0B1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903A8-0B8A-41A3-89D0-C6C4E09D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FF1174-943F-9DEB-C742-D67FD599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591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3360E5-E9F7-7909-72F9-CF0BFBC1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89B8C6-FC46-CB4A-DFF3-24939900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EF1A30-57B2-3FEE-3D07-C2987DA3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83501-77DE-63CC-81CF-220F1CA9DC53}"/>
              </a:ext>
            </a:extLst>
          </p:cNvPr>
          <p:cNvSpPr txBox="1"/>
          <p:nvPr userDrawn="1"/>
        </p:nvSpPr>
        <p:spPr>
          <a:xfrm>
            <a:off x="3072740" y="3312617"/>
            <a:ext cx="614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X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5EE91C-F92F-8593-08C9-33F2AA3D14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A83FA4-59F8-F3C9-3B2A-A321E10DE29E}"/>
              </a:ext>
            </a:extLst>
          </p:cNvPr>
          <p:cNvSpPr txBox="1"/>
          <p:nvPr userDrawn="1"/>
        </p:nvSpPr>
        <p:spPr>
          <a:xfrm>
            <a:off x="1805456" y="2354317"/>
            <a:ext cx="4466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2400" b="1" i="0" dirty="0">
                <a:solidFill>
                  <a:schemeClr val="bg1"/>
                </a:solidFill>
                <a:latin typeface="Visby" pitchFamily="2" charset="0"/>
              </a:rPr>
              <a:t>Contenido de la Presentación</a:t>
            </a:r>
          </a:p>
        </p:txBody>
      </p:sp>
      <p:sp>
        <p:nvSpPr>
          <p:cNvPr id="15" name="Rectángulo 5">
            <a:extLst>
              <a:ext uri="{FF2B5EF4-FFF2-40B4-BE49-F238E27FC236}">
                <a16:creationId xmlns:a16="http://schemas.microsoft.com/office/drawing/2014/main" id="{AADCA154-4A6B-ADF2-7BCD-6E4D4DE3035B}"/>
              </a:ext>
            </a:extLst>
          </p:cNvPr>
          <p:cNvSpPr/>
          <p:nvPr userDrawn="1"/>
        </p:nvSpPr>
        <p:spPr>
          <a:xfrm>
            <a:off x="92168" y="2815982"/>
            <a:ext cx="6935953" cy="340384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spcAft>
                <a:spcPts val="600"/>
              </a:spcAft>
              <a:buSzPct val="60000"/>
            </a:pPr>
            <a:endParaRPr lang="es-MX" sz="22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7E78EE-8A5D-89E2-0BA3-6A740290F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224" y="2955924"/>
            <a:ext cx="3168725" cy="3136531"/>
          </a:xfrm>
        </p:spPr>
        <p:txBody>
          <a:bodyPr/>
          <a:lstStyle>
            <a:lvl1pPr>
              <a:buNone/>
              <a:defRPr>
                <a:latin typeface="Visby Medium" pitchFamily="2" charset="0"/>
              </a:defRPr>
            </a:lvl1pPr>
          </a:lstStyle>
          <a:p>
            <a:pPr lvl="0"/>
            <a:r>
              <a:rPr lang="en-MX" dirty="0"/>
              <a:t>Contenido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24C615E-28C5-7691-A218-272B1612FD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2186" y="2955924"/>
            <a:ext cx="3168725" cy="3136531"/>
          </a:xfrm>
        </p:spPr>
        <p:txBody>
          <a:bodyPr/>
          <a:lstStyle>
            <a:lvl1pPr>
              <a:buNone/>
              <a:defRPr>
                <a:latin typeface="Visby Medium" pitchFamily="2" charset="0"/>
              </a:defRPr>
            </a:lvl1pPr>
          </a:lstStyle>
          <a:p>
            <a:pPr lvl="0"/>
            <a:r>
              <a:rPr lang="en-MX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06419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BF026-557C-D3EB-A2C5-3E4715FE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6CFA5-0A84-D099-897D-0A7885482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A86AF4-8D06-249C-3B04-5C853E415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DB8036-8653-B1B4-9481-AE2357A5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43B639-C214-7575-3C56-1BC8156C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D66D65-1581-7C81-C56C-92724B57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274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50742-D84B-432D-FE55-4514C4B6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FB1AE6-5951-7FA5-AF47-E288DAC82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D5A10C-4F9A-BB4E-8C47-AAC86A22A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1D4A9F-1691-9D90-9CE5-D399F884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FC6C49-B27C-A6AA-587C-3650E29A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EF0DE9-EA76-ED4F-1586-1F46019F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44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AA2C6-082C-8183-2F12-218A7AE2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49189F-5443-853A-310A-82801526B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ADB39D-B6AA-4348-6F31-FFF494F5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36B09-A35C-45BE-64A6-B2AAFB59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2A92A3-F25B-DBFE-B8C5-30456B89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BA6C63-998F-4D4C-86DD-C599821D6F0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548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in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60347891-BBD1-DAF4-A7AC-C27EACE639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" y="1714"/>
            <a:ext cx="12192000" cy="6856286"/>
          </a:xfrm>
          <a:prstGeom prst="rect">
            <a:avLst/>
          </a:prstGeom>
        </p:spPr>
      </p:pic>
      <p:pic>
        <p:nvPicPr>
          <p:cNvPr id="8" name="Imagen 7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AA739A6-FB94-1AC8-AD36-B18ECF20BDB9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36"/>
          <a:stretch/>
        </p:blipFill>
        <p:spPr>
          <a:xfrm>
            <a:off x="7474358" y="1614741"/>
            <a:ext cx="3471680" cy="302362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FF0E687-1F50-4B0B-52EE-EF4FDBD74763}"/>
              </a:ext>
            </a:extLst>
          </p:cNvPr>
          <p:cNvSpPr/>
          <p:nvPr userDrawn="1"/>
        </p:nvSpPr>
        <p:spPr>
          <a:xfrm>
            <a:off x="1" y="6204279"/>
            <a:ext cx="12191999" cy="642796"/>
          </a:xfrm>
          <a:prstGeom prst="rect">
            <a:avLst/>
          </a:prstGeom>
          <a:gradFill>
            <a:gsLst>
              <a:gs pos="0">
                <a:srgbClr val="ED1F27"/>
              </a:gs>
              <a:gs pos="100000">
                <a:srgbClr val="54040E"/>
              </a:gs>
            </a:gsLst>
            <a:lin ang="5400000" scaled="1"/>
          </a:gradFill>
          <a:ln>
            <a:solidFill>
              <a:srgbClr val="84071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85847EA-F2D4-9ADC-ED07-72015A7F82C3}"/>
              </a:ext>
            </a:extLst>
          </p:cNvPr>
          <p:cNvGrpSpPr/>
          <p:nvPr userDrawn="1"/>
        </p:nvGrpSpPr>
        <p:grpSpPr>
          <a:xfrm>
            <a:off x="690311" y="189054"/>
            <a:ext cx="10811378" cy="603650"/>
            <a:chOff x="690311" y="189054"/>
            <a:chExt cx="10811378" cy="603650"/>
          </a:xfrm>
        </p:grpSpPr>
        <p:pic>
          <p:nvPicPr>
            <p:cNvPr id="3" name="Imagen 2" descr="Logotipo&#10;&#10;El contenido generado por IA puede ser incorrecto.">
              <a:extLst>
                <a:ext uri="{FF2B5EF4-FFF2-40B4-BE49-F238E27FC236}">
                  <a16:creationId xmlns:a16="http://schemas.microsoft.com/office/drawing/2014/main" id="{34610416-50D1-CED4-E97E-A20C934048F9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311" y="189054"/>
              <a:ext cx="2776789" cy="603650"/>
            </a:xfrm>
            <a:prstGeom prst="rect">
              <a:avLst/>
            </a:prstGeom>
          </p:spPr>
        </p:pic>
        <p:pic>
          <p:nvPicPr>
            <p:cNvPr id="10" name="Imagen 9" descr="Texto&#10;&#10;El contenido generado por IA puede ser incorrecto.">
              <a:extLst>
                <a:ext uri="{FF2B5EF4-FFF2-40B4-BE49-F238E27FC236}">
                  <a16:creationId xmlns:a16="http://schemas.microsoft.com/office/drawing/2014/main" id="{BA680795-B410-E431-B459-1E6FD76CD9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4131" y="189054"/>
              <a:ext cx="1827558" cy="603650"/>
            </a:xfrm>
            <a:prstGeom prst="rect">
              <a:avLst/>
            </a:prstGeom>
          </p:spPr>
        </p:pic>
      </p:grpSp>
      <p:sp>
        <p:nvSpPr>
          <p:cNvPr id="2" name="CuadroTexto 4">
            <a:extLst>
              <a:ext uri="{FF2B5EF4-FFF2-40B4-BE49-F238E27FC236}">
                <a16:creationId xmlns:a16="http://schemas.microsoft.com/office/drawing/2014/main" id="{3117728E-E228-2C03-0D39-54349411D987}"/>
              </a:ext>
            </a:extLst>
          </p:cNvPr>
          <p:cNvSpPr txBox="1"/>
          <p:nvPr userDrawn="1"/>
        </p:nvSpPr>
        <p:spPr>
          <a:xfrm>
            <a:off x="892191" y="1898241"/>
            <a:ext cx="52038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Edwardian Script ITC" pitchFamily="66" charset="0"/>
                <a:cs typeface="Estrangelo Edessa" pitchFamily="66" charset="0"/>
              </a:rPr>
              <a:t>Por su atención,</a:t>
            </a:r>
          </a:p>
          <a:p>
            <a:pPr algn="ctr"/>
            <a:r>
              <a:rPr lang="es-MX" sz="12800" dirty="0">
                <a:latin typeface="Edwardian Script ITC" pitchFamily="66" charset="0"/>
                <a:cs typeface="Estrangelo Edessa" pitchFamily="66" charset="0"/>
              </a:rPr>
              <a:t>¡Gracias!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75802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DA813C-ACF3-8130-64A6-CB98490E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5A6CF6-A538-D99D-FD23-948ED6DFB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D911FC-1C71-686A-F338-5CF803E40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43029-1659-47BE-9FD2-82C913D0ED2D}" type="datetimeFigureOut">
              <a:rPr lang="es-MX" smtClean="0"/>
              <a:t>28/11/25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C222E0-CCF5-2A18-E348-092BE6E4A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0DACA935-7AE1-AA85-62B5-D23AA3B6248D}"/>
              </a:ext>
            </a:extLst>
          </p:cNvPr>
          <p:cNvSpPr txBox="1"/>
          <p:nvPr userDrawn="1"/>
        </p:nvSpPr>
        <p:spPr>
          <a:xfrm>
            <a:off x="10858498" y="6396335"/>
            <a:ext cx="1333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0ADD4-7EF8-294E-826F-BB26E85AA437}" type="slidenum">
              <a:rPr kumimoji="0" lang="es-MX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s-MX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22</a:t>
            </a:r>
          </a:p>
        </p:txBody>
      </p:sp>
    </p:spTree>
    <p:extLst>
      <p:ext uri="{BB962C8B-B14F-4D97-AF65-F5344CB8AC3E}">
        <p14:creationId xmlns:p14="http://schemas.microsoft.com/office/powerpoint/2010/main" val="85924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E13820-030B-CEAE-DA16-F991AD05DE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1365" y="920856"/>
            <a:ext cx="7835530" cy="3301342"/>
          </a:xfrm>
        </p:spPr>
        <p:txBody>
          <a:bodyPr anchor="ctr">
            <a:normAutofit/>
          </a:bodyPr>
          <a:lstStyle/>
          <a:p>
            <a:pPr lvl="0"/>
            <a:r>
              <a:rPr lang="es-MX" sz="4800" dirty="0"/>
              <a:t>Foro de la Ciencia de Datos y la Inteligencia Artificial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F38E1-C65F-0E5B-4001-DF04B5203F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800" dirty="0"/>
              <a:t>Semana de la Ingeniería “Intersección” 2025</a:t>
            </a:r>
          </a:p>
        </p:txBody>
      </p:sp>
    </p:spTree>
    <p:extLst>
      <p:ext uri="{BB962C8B-B14F-4D97-AF65-F5344CB8AC3E}">
        <p14:creationId xmlns:p14="http://schemas.microsoft.com/office/powerpoint/2010/main" val="3167760474"/>
      </p:ext>
    </p:extLst>
  </p:cSld>
  <p:clrMapOvr>
    <a:masterClrMapping/>
  </p:clrMapOvr>
</p:sld>
</file>

<file path=ppt/theme/theme1.xml><?xml version="1.0" encoding="utf-8"?>
<a:theme xmlns:a="http://schemas.openxmlformats.org/drawingml/2006/main" name="Títul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9E68FBA4-3CED-4449-983E-9D8A04E94EC1}" vid="{CEA1C9E3-805A-4FFA-A6A5-E948D025F6F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1413</TotalTime>
  <Words>18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Edwardian Script ITC</vt:lpstr>
      <vt:lpstr>Visby</vt:lpstr>
      <vt:lpstr>Visby CF Bold</vt:lpstr>
      <vt:lpstr>Visby CF Light</vt:lpstr>
      <vt:lpstr>Visby CF Medium</vt:lpstr>
      <vt:lpstr>Visby Medium</vt:lpstr>
      <vt:lpstr>Título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Estrada Andrade Jesús Eduardo</dc:creator>
  <cp:lastModifiedBy>Garcia Ruiz Alejandro Humberto</cp:lastModifiedBy>
  <cp:revision>39</cp:revision>
  <dcterms:created xsi:type="dcterms:W3CDTF">2025-09-23T19:33:43Z</dcterms:created>
  <dcterms:modified xsi:type="dcterms:W3CDTF">2025-11-28T14:16:36Z</dcterms:modified>
</cp:coreProperties>
</file>